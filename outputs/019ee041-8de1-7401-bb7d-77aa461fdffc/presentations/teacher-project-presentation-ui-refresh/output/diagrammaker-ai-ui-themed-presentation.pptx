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2284fd254b487b" /><Relationship Type="http://schemas.openxmlformats.org/officeDocument/2006/relationships/extended-properties" Target="/docProps/app.xml" Id="R15ef6a93fc354a3e" /><Relationship Type="http://schemas.openxmlformats.org/officeDocument/2006/relationships/officeDocument" Target="/ppt/presentation.xml" Id="Ra4d68c66954b4e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2f725fba5b4d65"/>
  </p:sldMasterIdLst>
  <p:notesMasterIdLst>
    <p:notesMasterId xmlns:r="http://schemas.openxmlformats.org/officeDocument/2006/relationships" r:id="R043f04a51dd4437a"/>
  </p:notesMasterIdLst>
  <p:sldIdLst>
    <p:sldId xmlns:r="http://schemas.openxmlformats.org/officeDocument/2006/relationships" id="256" r:id="Rcb47866b109c4de1"/>
    <p:sldId xmlns:r="http://schemas.openxmlformats.org/officeDocument/2006/relationships" id="257" r:id="R39b48d013b5c4973"/>
    <p:sldId xmlns:r="http://schemas.openxmlformats.org/officeDocument/2006/relationships" id="258" r:id="R3540882a55a54aa9"/>
    <p:sldId xmlns:r="http://schemas.openxmlformats.org/officeDocument/2006/relationships" id="259" r:id="R81582167a9ad4666"/>
    <p:sldId xmlns:r="http://schemas.openxmlformats.org/officeDocument/2006/relationships" id="260" r:id="R140c1d6a95e94b14"/>
    <p:sldId xmlns:r="http://schemas.openxmlformats.org/officeDocument/2006/relationships" id="261" r:id="Re6cdf4dc8e9248aa"/>
    <p:sldId xmlns:r="http://schemas.openxmlformats.org/officeDocument/2006/relationships" id="262" r:id="R52e4ef25116f4095"/>
    <p:sldId xmlns:r="http://schemas.openxmlformats.org/officeDocument/2006/relationships" id="263" r:id="Rfff6abd1107a475b"/>
    <p:sldId xmlns:r="http://schemas.openxmlformats.org/officeDocument/2006/relationships" id="264" r:id="R0761d16b02134a7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d37033c8964fe1" /><Relationship Type="http://schemas.openxmlformats.org/officeDocument/2006/relationships/slideMaster" Target="/ppt/slideMasters/slideMaster1.xml" Id="Ra82f725fba5b4d65" /><Relationship Type="http://schemas.openxmlformats.org/officeDocument/2006/relationships/notesMaster" Target="/ppt/notesMasters/notesMaster1.xml" Id="R043f04a51dd4437a" /><Relationship Type="http://schemas.openxmlformats.org/officeDocument/2006/relationships/presProps" Target="/ppt/presProps.xml" Id="Rc00e74c39219460c" /><Relationship Type="http://schemas.openxmlformats.org/officeDocument/2006/relationships/viewProps" Target="/ppt/viewProps.xml" Id="R1c5f3812326743e3" /><Relationship Type="http://schemas.openxmlformats.org/officeDocument/2006/relationships/tableStyles" Target="/ppt/tableStyles.xml" Id="R3e85b6400f8e423c" /><Relationship Type="http://schemas.openxmlformats.org/officeDocument/2006/relationships/slide" Target="/ppt/slides/slide1.xml" Id="Rcb47866b109c4de1" /><Relationship Type="http://schemas.openxmlformats.org/officeDocument/2006/relationships/slide" Target="/ppt/slides/slide2.xml" Id="R39b48d013b5c4973" /><Relationship Type="http://schemas.openxmlformats.org/officeDocument/2006/relationships/slide" Target="/ppt/slides/slide3.xml" Id="R3540882a55a54aa9" /><Relationship Type="http://schemas.openxmlformats.org/officeDocument/2006/relationships/slide" Target="/ppt/slides/slide4.xml" Id="R81582167a9ad4666" /><Relationship Type="http://schemas.openxmlformats.org/officeDocument/2006/relationships/slide" Target="/ppt/slides/slide5.xml" Id="R140c1d6a95e94b14" /><Relationship Type="http://schemas.openxmlformats.org/officeDocument/2006/relationships/slide" Target="/ppt/slides/slide6.xml" Id="Re6cdf4dc8e9248aa" /><Relationship Type="http://schemas.openxmlformats.org/officeDocument/2006/relationships/slide" Target="/ppt/slides/slide7.xml" Id="R52e4ef25116f4095" /><Relationship Type="http://schemas.openxmlformats.org/officeDocument/2006/relationships/slide" Target="/ppt/slides/slide8.xml" Id="Rfff6abd1107a475b" /><Relationship Type="http://schemas.openxmlformats.org/officeDocument/2006/relationships/slide" Target="/ppt/slides/slide9.xml" Id="R0761d16b02134a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307014b61b44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905a217df14afc" /><Relationship Type="http://schemas.openxmlformats.org/officeDocument/2006/relationships/notesMaster" Target="/ppt/notesMasters/notesMaster1.xml" Id="Radb15c64425b45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4d1890d7bc4a37" /><Relationship Type="http://schemas.openxmlformats.org/officeDocument/2006/relationships/notesMaster" Target="/ppt/notesMasters/notesMaster1.xml" Id="R3521e0b4119444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be256f81ee4924" /><Relationship Type="http://schemas.openxmlformats.org/officeDocument/2006/relationships/notesMaster" Target="/ppt/notesMasters/notesMaster1.xml" Id="R11fb698ca41347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e1e00d831d47b6" /><Relationship Type="http://schemas.openxmlformats.org/officeDocument/2006/relationships/notesMaster" Target="/ppt/notesMasters/notesMaster1.xml" Id="R2fba91b4dd3c45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b44e9ee7f54f39" /><Relationship Type="http://schemas.openxmlformats.org/officeDocument/2006/relationships/notesMaster" Target="/ppt/notesMasters/notesMaster1.xml" Id="Rfc42834fcf564f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ec19b5cf1a499c" /><Relationship Type="http://schemas.openxmlformats.org/officeDocument/2006/relationships/notesMaster" Target="/ppt/notesMasters/notesMaster1.xml" Id="R1adc619c10b94d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9158375b154b75" /><Relationship Type="http://schemas.openxmlformats.org/officeDocument/2006/relationships/notesMaster" Target="/ppt/notesMasters/notesMaster1.xml" Id="Rd95b4f251f8647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35df05bc2c41d3" /><Relationship Type="http://schemas.openxmlformats.org/officeDocument/2006/relationships/notesMaster" Target="/ppt/notesMasters/notesMaster1.xml" Id="R216c2f8608ef46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b7e83dc05e4af5" /><Relationship Type="http://schemas.openxmlformats.org/officeDocument/2006/relationships/notesMaster" Target="/ppt/notesMasters/notesMaster1.xml" Id="R616c66e07da74c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3bedbc7b4141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cdd48fbd174a04" /><Relationship Type="http://schemas.openxmlformats.org/officeDocument/2006/relationships/slideLayout" Target="/ppt/slideLayouts/slideLayout1.xml" Id="R4d75e9893e1c40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75e9893e1c40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a0cd188314dbe" /><Relationship Type="http://schemas.openxmlformats.org/officeDocument/2006/relationships/notesSlide" Target="/ppt/notesSlides/notesSlide1.xml" Id="R72849080d5aa43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6956345c741f8" /><Relationship Type="http://schemas.openxmlformats.org/officeDocument/2006/relationships/notesSlide" Target="/ppt/notesSlides/notesSlide2.xml" Id="Rb1e11ff699044e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417bbe8184e4c" /><Relationship Type="http://schemas.openxmlformats.org/officeDocument/2006/relationships/notesSlide" Target="/ppt/notesSlides/notesSlide3.xml" Id="Rd729a63a9c7649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c340193c04505" /><Relationship Type="http://schemas.openxmlformats.org/officeDocument/2006/relationships/notesSlide" Target="/ppt/notesSlides/notesSlide4.xml" Id="Rf3ebdcf076f948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dc306d4834f66" /><Relationship Type="http://schemas.openxmlformats.org/officeDocument/2006/relationships/notesSlide" Target="/ppt/notesSlides/notesSlide5.xml" Id="R826fac59094b4c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30da997724952" /><Relationship Type="http://schemas.openxmlformats.org/officeDocument/2006/relationships/notesSlide" Target="/ppt/notesSlides/notesSlide6.xml" Id="R5ed9dd6a07cf4a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993b6ef0b4167" /><Relationship Type="http://schemas.openxmlformats.org/officeDocument/2006/relationships/notesSlide" Target="/ppt/notesSlides/notesSlide7.xml" Id="R9f1583abef244c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fdcddd28d40da" /><Relationship Type="http://schemas.openxmlformats.org/officeDocument/2006/relationships/notesSlide" Target="/ppt/notesSlides/notesSlide8.xml" Id="Rfc334ff329e545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80ba604c94d65" /><Relationship Type="http://schemas.openxmlformats.org/officeDocument/2006/relationships/notesSlide" Target="/ppt/notesSlides/notesSlide9.xml" Id="R9541dcf18f8845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83F74AF-94E1-4825-BD2E-8821F969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main-frame">
            <a:extLst xmlns:a="http://schemas.openxmlformats.org/drawingml/2006/main">
              <a:ext uri="{FF2B5EF4-FFF2-40B4-BE49-F238E27FC236}">
                <a16:creationId xmlns:a16="http://schemas.microsoft.com/office/drawing/2014/main" id="{7418FB66-B33E-41ED-99D5-5E548CA1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" name="glow-top">
            <a:extLst xmlns:a="http://schemas.openxmlformats.org/drawingml/2006/main">
              <a:ext uri="{FF2B5EF4-FFF2-40B4-BE49-F238E27FC236}">
                <a16:creationId xmlns:a16="http://schemas.microsoft.com/office/drawing/2014/main" id="{462A48D7-399D-4D07-BD03-F45FBB89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857250"/>
            <a:ext cx="3619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A882">
              <a:alpha val="9412"/>
            </a:srgbClr>
          </a:solidFill>
          <a:ln xmlns:a="http://schemas.openxmlformats.org/drawingml/2006/main" w="0">
            <a:solidFill>
              <a:srgbClr val="C4A882">
                <a:alpha val="9412"/>
              </a:srgbClr>
            </a:solidFill>
            <a:prstDash val="solid"/>
          </a:ln>
        </p:spPr>
      </p:sp>
      <p:sp>
        <p:nvSpPr>
          <p:cNvPr id="4" name="glow-bottom">
            <a:extLst xmlns:a="http://schemas.openxmlformats.org/drawingml/2006/main">
              <a:ext uri="{FF2B5EF4-FFF2-40B4-BE49-F238E27FC236}">
                <a16:creationId xmlns:a16="http://schemas.microsoft.com/office/drawing/2014/main" id="{63AFB54D-B772-40CC-B3B9-9DED717C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" y="4953000"/>
            <a:ext cx="26670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A7A">
              <a:alpha val="7843"/>
            </a:srgbClr>
          </a:solidFill>
          <a:ln xmlns:a="http://schemas.openxmlformats.org/drawingml/2006/main" w="0">
            <a:solidFill>
              <a:srgbClr val="5A6A7A">
                <a:alpha val="7843"/>
              </a:srgbClr>
            </a:solidFill>
            <a:prstDash val="solid"/>
          </a:ln>
        </p:spPr>
      </p:sp>
      <p:sp>
        <p:nvSpPr>
          <p:cNvPr id="5" name="grid-v-112">
            <a:extLst xmlns:a="http://schemas.openxmlformats.org/drawingml/2006/main">
              <a:ext uri="{FF2B5EF4-FFF2-40B4-BE49-F238E27FC236}">
                <a16:creationId xmlns:a16="http://schemas.microsoft.com/office/drawing/2014/main" id="{90EEF9A6-FB87-4D0A-AAEB-563D2F2F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" name="grid-v-408">
            <a:extLst xmlns:a="http://schemas.openxmlformats.org/drawingml/2006/main">
              <a:ext uri="{FF2B5EF4-FFF2-40B4-BE49-F238E27FC236}">
                <a16:creationId xmlns:a16="http://schemas.microsoft.com/office/drawing/2014/main" id="{41677F7B-C3E8-453B-9600-7C9642DB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7" name="grid-v-704">
            <a:extLst xmlns:a="http://schemas.openxmlformats.org/drawingml/2006/main">
              <a:ext uri="{FF2B5EF4-FFF2-40B4-BE49-F238E27FC236}">
                <a16:creationId xmlns:a16="http://schemas.microsoft.com/office/drawing/2014/main" id="{4FB6C998-F4C5-4F50-B5AD-A0C028DC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8" name="grid-v-1000">
            <a:extLst xmlns:a="http://schemas.openxmlformats.org/drawingml/2006/main">
              <a:ext uri="{FF2B5EF4-FFF2-40B4-BE49-F238E27FC236}">
                <a16:creationId xmlns:a16="http://schemas.microsoft.com/office/drawing/2014/main" id="{9DAF849B-CC59-4EC5-870A-D3F7C07F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9" name="grid-h-160">
            <a:extLst xmlns:a="http://schemas.openxmlformats.org/drawingml/2006/main">
              <a:ext uri="{FF2B5EF4-FFF2-40B4-BE49-F238E27FC236}">
                <a16:creationId xmlns:a16="http://schemas.microsoft.com/office/drawing/2014/main" id="{9BA11DF1-BAB5-4C0F-80BA-6A66030B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0" name="grid-h-304">
            <a:extLst xmlns:a="http://schemas.openxmlformats.org/drawingml/2006/main">
              <a:ext uri="{FF2B5EF4-FFF2-40B4-BE49-F238E27FC236}">
                <a16:creationId xmlns:a16="http://schemas.microsoft.com/office/drawing/2014/main" id="{AA738592-A7ED-40F5-A2E9-D32ADB80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1" name="grid-h-448">
            <a:extLst xmlns:a="http://schemas.openxmlformats.org/drawingml/2006/main">
              <a:ext uri="{FF2B5EF4-FFF2-40B4-BE49-F238E27FC236}">
                <a16:creationId xmlns:a16="http://schemas.microsoft.com/office/drawing/2014/main" id="{822A7495-E47B-41B6-91AC-BB52E0A7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2" name="grid-h-592">
            <a:extLst xmlns:a="http://schemas.openxmlformats.org/drawingml/2006/main">
              <a:ext uri="{FF2B5EF4-FFF2-40B4-BE49-F238E27FC236}">
                <a16:creationId xmlns:a16="http://schemas.microsoft.com/office/drawing/2014/main" id="{BB3D9EEB-F976-469F-9C3C-F9E3CDC0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3" name="chrome-bar">
            <a:extLst xmlns:a="http://schemas.openxmlformats.org/drawingml/2006/main">
              <a:ext uri="{FF2B5EF4-FFF2-40B4-BE49-F238E27FC236}">
                <a16:creationId xmlns:a16="http://schemas.microsoft.com/office/drawing/2014/main" id="{2304E543-0656-4F87-9F25-5AA00D2F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4" name="chrome-dot">
            <a:extLst xmlns:a="http://schemas.openxmlformats.org/drawingml/2006/main">
              <a:ext uri="{FF2B5EF4-FFF2-40B4-BE49-F238E27FC236}">
                <a16:creationId xmlns:a16="http://schemas.microsoft.com/office/drawing/2014/main" id="{2D54DE9A-E4A8-48AC-891A-8CADB9C1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15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AE6BEDA7-F7E2-4B94-954F-AF8F2E55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DiagramMaker AI workspace</a:t>
            </a:r>
          </a:p>
        </p:txBody>
      </p:sp>
      <p:sp>
        <p:nvSpPr>
          <p:cNvPr id="16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FF63E8AF-B1F2-4F2A-814F-2DC25EDA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rPr>
              <a:t>UI REFRESH</a:t>
            </a:r>
          </a:p>
        </p:txBody>
      </p:sp>
      <p:sp>
        <p:nvSpPr>
          <p:cNvPr id="17" name="cover-tag">
            <a:extLst xmlns:a="http://schemas.openxmlformats.org/drawingml/2006/main">
              <a:ext uri="{FF2B5EF4-FFF2-40B4-BE49-F238E27FC236}">
                <a16:creationId xmlns:a16="http://schemas.microsoft.com/office/drawing/2014/main" id="{3647FE58-5375-47A1-AD27-F0EA5A21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9412"/>
            </a:srgbClr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18" name="cover-tag-text">
            <a:extLst xmlns:a="http://schemas.openxmlformats.org/drawingml/2006/main">
              <a:ext uri="{FF2B5EF4-FFF2-40B4-BE49-F238E27FC236}">
                <a16:creationId xmlns:a16="http://schemas.microsoft.com/office/drawing/2014/main" id="{5E6B2603-1675-46E4-B971-488CB83B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4A88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A882"/>
                </a:solidFill>
                <a:latin typeface="Aptos Mono"/>
                <a:ea typeface="Aptos Mono"/>
                <a:cs typeface="Aptos Mono"/>
              </a:rPr>
              <a:t>AI-ASSISTED DIAGRAM WORKSPACE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FF34C364-3D32-4911-9693-0E938ADC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4000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rPr>
              <a:t>DiagramMaker AI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C64A01D9-AC28-4CFD-B238-65F95E32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476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A smarter way to discuss, build, and improve system diagrams in one workspace. The presentation keeps the same story, but now the visual design feels closer to the real product UI.</a:t>
            </a:r>
          </a:p>
        </p:txBody>
      </p:sp>
      <p:sp>
        <p:nvSpPr>
          <p:cNvPr id="21" name="cover-metric-1">
            <a:extLst xmlns:a="http://schemas.openxmlformats.org/drawingml/2006/main">
              <a:ext uri="{FF2B5EF4-FFF2-40B4-BE49-F238E27FC236}">
                <a16:creationId xmlns:a16="http://schemas.microsoft.com/office/drawing/2014/main" id="{57B178DE-FD46-4628-819E-DA9A3223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2" name="cover-metric-1-label">
            <a:extLst xmlns:a="http://schemas.openxmlformats.org/drawingml/2006/main">
              <a:ext uri="{FF2B5EF4-FFF2-40B4-BE49-F238E27FC236}">
                <a16:creationId xmlns:a16="http://schemas.microsoft.com/office/drawing/2014/main" id="{119F7BF4-744C-4CF4-8A4F-1E555915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CORE IDEA</a:t>
            </a:r>
          </a:p>
        </p:txBody>
      </p:sp>
      <p:sp>
        <p:nvSpPr>
          <p:cNvPr id="23" name="cover-metric-1-value">
            <a:extLst xmlns:a="http://schemas.openxmlformats.org/drawingml/2006/main">
              <a:ext uri="{FF2B5EF4-FFF2-40B4-BE49-F238E27FC236}">
                <a16:creationId xmlns:a16="http://schemas.microsoft.com/office/drawing/2014/main" id="{439028F0-F8C7-47CE-966E-ED2BF3F4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Chat + Canvas</a:t>
            </a:r>
          </a:p>
        </p:txBody>
      </p:sp>
      <p:sp>
        <p:nvSpPr>
          <p:cNvPr id="24" name="cover-metric-2">
            <a:extLst xmlns:a="http://schemas.openxmlformats.org/drawingml/2006/main">
              <a:ext uri="{FF2B5EF4-FFF2-40B4-BE49-F238E27FC236}">
                <a16:creationId xmlns:a16="http://schemas.microsoft.com/office/drawing/2014/main" id="{26A68E32-43EF-44EF-BB92-3BFDB1BD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528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5" name="cover-metric-2-label">
            <a:extLst xmlns:a="http://schemas.openxmlformats.org/drawingml/2006/main">
              <a:ext uri="{FF2B5EF4-FFF2-40B4-BE49-F238E27FC236}">
                <a16:creationId xmlns:a16="http://schemas.microsoft.com/office/drawing/2014/main" id="{9516C11B-A5AC-446F-8F0C-E58F039D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385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PROJECT STYLE</a:t>
            </a:r>
          </a:p>
        </p:txBody>
      </p:sp>
      <p:sp>
        <p:nvSpPr>
          <p:cNvPr id="26" name="cover-metric-2-value">
            <a:extLst xmlns:a="http://schemas.openxmlformats.org/drawingml/2006/main">
              <a:ext uri="{FF2B5EF4-FFF2-40B4-BE49-F238E27FC236}">
                <a16:creationId xmlns:a16="http://schemas.microsoft.com/office/drawing/2014/main" id="{E14CBED5-2101-4CE2-84D1-BE743B42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909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Dark UI language</a:t>
            </a:r>
          </a:p>
        </p:txBody>
      </p:sp>
      <p:sp>
        <p:nvSpPr>
          <p:cNvPr id="27" name="cover-metric-3">
            <a:extLst xmlns:a="http://schemas.openxmlformats.org/drawingml/2006/main">
              <a:ext uri="{FF2B5EF4-FFF2-40B4-BE49-F238E27FC236}">
                <a16:creationId xmlns:a16="http://schemas.microsoft.com/office/drawing/2014/main" id="{B8A712B2-F667-40FC-A02A-8BC99094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528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8" name="cover-metric-3-label">
            <a:extLst xmlns:a="http://schemas.openxmlformats.org/drawingml/2006/main">
              <a:ext uri="{FF2B5EF4-FFF2-40B4-BE49-F238E27FC236}">
                <a16:creationId xmlns:a16="http://schemas.microsoft.com/office/drawing/2014/main" id="{DCDA351A-B1EF-464A-A43F-34EC532A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385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MAIN VALUE</a:t>
            </a:r>
          </a:p>
        </p:txBody>
      </p:sp>
      <p:sp>
        <p:nvSpPr>
          <p:cNvPr id="29" name="cover-metric-3-value">
            <a:extLst xmlns:a="http://schemas.openxmlformats.org/drawingml/2006/main">
              <a:ext uri="{FF2B5EF4-FFF2-40B4-BE49-F238E27FC236}">
                <a16:creationId xmlns:a16="http://schemas.microsoft.com/office/drawing/2014/main" id="{2463ABC3-4E89-454F-AA37-84595A97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909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Clearer design flow</a:t>
            </a:r>
          </a:p>
        </p:txBody>
      </p:sp>
      <p:sp>
        <p:nvSpPr>
          <p:cNvPr id="30" name="cover-note">
            <a:extLst xmlns:a="http://schemas.openxmlformats.org/drawingml/2006/main">
              <a:ext uri="{FF2B5EF4-FFF2-40B4-BE49-F238E27FC236}">
                <a16:creationId xmlns:a16="http://schemas.microsoft.com/office/drawing/2014/main" id="{E4A8F471-59C1-4938-9F7A-C0F807A2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4914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The design direction is based on the project itself: deep black surfaces, muted gold actions, light borders, and a structured workspace layout.</a:t>
            </a:r>
          </a:p>
        </p:txBody>
      </p:sp>
      <p:sp>
        <p:nvSpPr>
          <p:cNvPr id="31" name="cover-shell">
            <a:extLst xmlns:a="http://schemas.openxmlformats.org/drawingml/2006/main">
              <a:ext uri="{FF2B5EF4-FFF2-40B4-BE49-F238E27FC236}">
                <a16:creationId xmlns:a16="http://schemas.microsoft.com/office/drawing/2014/main" id="{A3BE1A21-570F-4856-97FF-C3DDBA55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047750"/>
            <a:ext cx="49530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2" name="cover-shell-header">
            <a:extLst xmlns:a="http://schemas.openxmlformats.org/drawingml/2006/main">
              <a:ext uri="{FF2B5EF4-FFF2-40B4-BE49-F238E27FC236}">
                <a16:creationId xmlns:a16="http://schemas.microsoft.com/office/drawing/2014/main" id="{C790B836-EA74-4604-A136-CAD07474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047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3" name="cover-shell-icon">
            <a:extLst xmlns:a="http://schemas.openxmlformats.org/drawingml/2006/main">
              <a:ext uri="{FF2B5EF4-FFF2-40B4-BE49-F238E27FC236}">
                <a16:creationId xmlns:a16="http://schemas.microsoft.com/office/drawing/2014/main" id="{1D1AD48A-6080-492A-97C3-19598FC7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143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34" name="cover-shell-header-title">
            <a:extLst xmlns:a="http://schemas.openxmlformats.org/drawingml/2006/main">
              <a:ext uri="{FF2B5EF4-FFF2-40B4-BE49-F238E27FC236}">
                <a16:creationId xmlns:a16="http://schemas.microsoft.com/office/drawing/2014/main" id="{64FCF8CD-A07A-41E6-87DA-0786CA39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1049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DiagramMaker AI</a:t>
            </a:r>
          </a:p>
        </p:txBody>
      </p:sp>
      <p:sp>
        <p:nvSpPr>
          <p:cNvPr id="35" name="cover-shell-header-status">
            <a:extLst xmlns:a="http://schemas.openxmlformats.org/drawingml/2006/main">
              <a:ext uri="{FF2B5EF4-FFF2-40B4-BE49-F238E27FC236}">
                <a16:creationId xmlns:a16="http://schemas.microsoft.com/office/drawing/2014/main" id="{A6CC8D35-0026-4B40-B3BA-492CB51B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10490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live prototype</a:t>
            </a:r>
          </a:p>
        </p:txBody>
      </p:sp>
      <p:sp>
        <p:nvSpPr>
          <p:cNvPr id="36" name="cover-shell-chat-bg">
            <a:extLst xmlns:a="http://schemas.openxmlformats.org/drawingml/2006/main">
              <a:ext uri="{FF2B5EF4-FFF2-40B4-BE49-F238E27FC236}">
                <a16:creationId xmlns:a16="http://schemas.microsoft.com/office/drawing/2014/main" id="{C1C8EDC2-00B8-4187-993D-4745D781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314450"/>
            <a:ext cx="13335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7" name="cover-shell-settings-bg">
            <a:extLst xmlns:a="http://schemas.openxmlformats.org/drawingml/2006/main">
              <a:ext uri="{FF2B5EF4-FFF2-40B4-BE49-F238E27FC236}">
                <a16:creationId xmlns:a16="http://schemas.microsoft.com/office/drawing/2014/main" id="{A0ADE56E-BCD1-4653-B188-BDDB4A2E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14450"/>
            <a:ext cx="10858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8" name="cover-shell-toolbar">
            <a:extLst xmlns:a="http://schemas.openxmlformats.org/drawingml/2006/main">
              <a:ext uri="{FF2B5EF4-FFF2-40B4-BE49-F238E27FC236}">
                <a16:creationId xmlns:a16="http://schemas.microsoft.com/office/drawing/2014/main" id="{2EC4613C-E8DD-4FC7-9AFB-0F9B53B5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144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9" name="cover-shell-footer">
            <a:extLst xmlns:a="http://schemas.openxmlformats.org/drawingml/2006/main">
              <a:ext uri="{FF2B5EF4-FFF2-40B4-BE49-F238E27FC236}">
                <a16:creationId xmlns:a16="http://schemas.microsoft.com/office/drawing/2014/main" id="{B8288925-90F7-44BF-AD9C-75AD2981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05400"/>
            <a:ext cx="2533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40" name="cover-shell-divider-left">
            <a:extLst xmlns:a="http://schemas.openxmlformats.org/drawingml/2006/main">
              <a:ext uri="{FF2B5EF4-FFF2-40B4-BE49-F238E27FC236}">
                <a16:creationId xmlns:a16="http://schemas.microsoft.com/office/drawing/2014/main" id="{742092C3-9E3E-4DA1-BD94-FF83022E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14450"/>
            <a:ext cx="952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41" name="cover-shell-divider-right">
            <a:extLst xmlns:a="http://schemas.openxmlformats.org/drawingml/2006/main">
              <a:ext uri="{FF2B5EF4-FFF2-40B4-BE49-F238E27FC236}">
                <a16:creationId xmlns:a16="http://schemas.microsoft.com/office/drawing/2014/main" id="{7F86C3BC-1590-476B-AE6F-9AB16D6B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14450"/>
            <a:ext cx="952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42" name="cover-shell-canvas-bg">
            <a:extLst xmlns:a="http://schemas.openxmlformats.org/drawingml/2006/main">
              <a:ext uri="{FF2B5EF4-FFF2-40B4-BE49-F238E27FC236}">
                <a16:creationId xmlns:a16="http://schemas.microsoft.com/office/drawing/2014/main" id="{C6F94752-769A-40F3-AB2B-350AB34D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24000"/>
            <a:ext cx="25336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43" name="cover-shell-bubble-1">
            <a:extLst xmlns:a="http://schemas.openxmlformats.org/drawingml/2006/main">
              <a:ext uri="{FF2B5EF4-FFF2-40B4-BE49-F238E27FC236}">
                <a16:creationId xmlns:a16="http://schemas.microsoft.com/office/drawing/2014/main" id="{3CD0F042-7207-4E66-8621-811EAAD5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859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44" name="cover-shell-bubble-1-text">
            <a:extLst xmlns:a="http://schemas.openxmlformats.org/drawingml/2006/main">
              <a:ext uri="{FF2B5EF4-FFF2-40B4-BE49-F238E27FC236}">
                <a16:creationId xmlns:a16="http://schemas.microsoft.com/office/drawing/2014/main" id="{17EB1B26-22B4-46B1-B8D0-37DD4796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How should I design this system?</a:t>
            </a:r>
          </a:p>
        </p:txBody>
      </p:sp>
      <p:sp>
        <p:nvSpPr>
          <p:cNvPr id="45" name="cover-shell-bubble-2">
            <a:extLst xmlns:a="http://schemas.openxmlformats.org/drawingml/2006/main">
              <a:ext uri="{FF2B5EF4-FFF2-40B4-BE49-F238E27FC236}">
                <a16:creationId xmlns:a16="http://schemas.microsoft.com/office/drawing/2014/main" id="{F0863601-A9CE-4B49-90F0-53A1C107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91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9412"/>
            </a:srgbClr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46" name="cover-shell-bubble-2-text">
            <a:extLst xmlns:a="http://schemas.openxmlformats.org/drawingml/2006/main">
              <a:ext uri="{FF2B5EF4-FFF2-40B4-BE49-F238E27FC236}">
                <a16:creationId xmlns:a16="http://schemas.microsoft.com/office/drawing/2014/main" id="{D3D37ED4-D3D8-4CA9-93AA-F36EEBE3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145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E8E4DF"/>
                </a:solidFill>
                <a:latin typeface="Aptos"/>
                <a:ea typeface="Aptos"/>
                <a:cs typeface="Aptos"/>
              </a:rPr>
              <a:t>Start with client, API service, and design store.</a:t>
            </a:r>
          </a:p>
        </p:txBody>
      </p:sp>
      <p:sp>
        <p:nvSpPr>
          <p:cNvPr id="47" name="cover-shell-bubble-3">
            <a:extLst xmlns:a="http://schemas.openxmlformats.org/drawingml/2006/main">
              <a:ext uri="{FF2B5EF4-FFF2-40B4-BE49-F238E27FC236}">
                <a16:creationId xmlns:a16="http://schemas.microsoft.com/office/drawing/2014/main" id="{15BB8232-EA20-46F3-9AC2-0A359D14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48" name="cover-shell-bubble-3-text">
            <a:extLst xmlns:a="http://schemas.openxmlformats.org/drawingml/2006/main">
              <a:ext uri="{FF2B5EF4-FFF2-40B4-BE49-F238E27FC236}">
                <a16:creationId xmlns:a16="http://schemas.microsoft.com/office/drawing/2014/main" id="{A2A2EFFE-7F3C-4818-BFCE-D5C6972D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6225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Can I add more nodes later?</a:t>
            </a:r>
          </a:p>
        </p:txBody>
      </p:sp>
      <p:sp>
        <p:nvSpPr>
          <p:cNvPr id="49" name="cover-shell-tool-1">
            <a:extLst xmlns:a="http://schemas.openxmlformats.org/drawingml/2006/main">
              <a:ext uri="{FF2B5EF4-FFF2-40B4-BE49-F238E27FC236}">
                <a16:creationId xmlns:a16="http://schemas.microsoft.com/office/drawing/2014/main" id="{34D41832-8F5A-4205-9D67-4B10CEA4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525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50" name="cover-shell-tool-1-text">
            <a:extLst xmlns:a="http://schemas.openxmlformats.org/drawingml/2006/main">
              <a:ext uri="{FF2B5EF4-FFF2-40B4-BE49-F238E27FC236}">
                <a16:creationId xmlns:a16="http://schemas.microsoft.com/office/drawing/2014/main" id="{10C42934-E219-4E5E-95FC-FE5DA770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3906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defRPr>
            </a:pPr>
            <a:r>
              <a: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rPr>
              <a:t>add</a:t>
            </a:r>
          </a:p>
        </p:txBody>
      </p:sp>
      <p:sp>
        <p:nvSpPr>
          <p:cNvPr id="51" name="cover-shell-tool-2">
            <a:extLst xmlns:a="http://schemas.openxmlformats.org/drawingml/2006/main">
              <a:ext uri="{FF2B5EF4-FFF2-40B4-BE49-F238E27FC236}">
                <a16:creationId xmlns:a16="http://schemas.microsoft.com/office/drawing/2014/main" id="{AF27C2CE-FD19-4579-9AC4-7D768559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525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52" name="cover-shell-tool-2-text">
            <a:extLst xmlns:a="http://schemas.openxmlformats.org/drawingml/2006/main">
              <a:ext uri="{FF2B5EF4-FFF2-40B4-BE49-F238E27FC236}">
                <a16:creationId xmlns:a16="http://schemas.microsoft.com/office/drawing/2014/main" id="{30DD0988-1BEA-491E-9EBE-D7055547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906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defRPr>
            </a:pPr>
            <a:r>
              <a: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rPr>
              <a:t>connect</a:t>
            </a:r>
          </a:p>
        </p:txBody>
      </p:sp>
      <p:sp>
        <p:nvSpPr>
          <p:cNvPr id="53" name="cover-shell-tool-3">
            <a:extLst xmlns:a="http://schemas.openxmlformats.org/drawingml/2006/main">
              <a:ext uri="{FF2B5EF4-FFF2-40B4-BE49-F238E27FC236}">
                <a16:creationId xmlns:a16="http://schemas.microsoft.com/office/drawing/2014/main" id="{B690162A-A782-4CE2-A42D-B7179953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3525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54" name="cover-shell-tool-3-text">
            <a:extLst xmlns:a="http://schemas.openxmlformats.org/drawingml/2006/main">
              <a:ext uri="{FF2B5EF4-FFF2-40B4-BE49-F238E27FC236}">
                <a16:creationId xmlns:a16="http://schemas.microsoft.com/office/drawing/2014/main" id="{05136127-0646-4078-AE3B-A9879CFB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3906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defRPr>
            </a:pPr>
            <a:r>
              <a: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rPr>
              <a:t>zoom</a:t>
            </a:r>
          </a:p>
        </p:txBody>
      </p:sp>
      <p:sp>
        <p:nvSpPr>
          <p:cNvPr id="55" name="cover-shell-edge-1">
            <a:extLst xmlns:a="http://schemas.openxmlformats.org/drawingml/2006/main">
              <a:ext uri="{FF2B5EF4-FFF2-40B4-BE49-F238E27FC236}">
                <a16:creationId xmlns:a16="http://schemas.microsoft.com/office/drawing/2014/main" id="{A5C20291-B570-430F-B1F6-D4AE8366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20000"/>
            </a:srgbClr>
          </a:solidFill>
          <a:ln xmlns:a="http://schemas.openxmlformats.org/drawingml/2006/main" w="0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56" name="cover-shell-edge-2">
            <a:extLst xmlns:a="http://schemas.openxmlformats.org/drawingml/2006/main">
              <a:ext uri="{FF2B5EF4-FFF2-40B4-BE49-F238E27FC236}">
                <a16:creationId xmlns:a16="http://schemas.microsoft.com/office/drawing/2014/main" id="{CD1B6220-C1AD-4D4B-A9CE-D3CE8170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20000"/>
            </a:srgbClr>
          </a:solidFill>
          <a:ln xmlns:a="http://schemas.openxmlformats.org/drawingml/2006/main" w="0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57" name="cover-shell-node-1">
            <a:extLst xmlns:a="http://schemas.openxmlformats.org/drawingml/2006/main">
              <a:ext uri="{FF2B5EF4-FFF2-40B4-BE49-F238E27FC236}">
                <a16:creationId xmlns:a16="http://schemas.microsoft.com/office/drawing/2014/main" id="{BBAE96BA-BD2B-4B5F-9862-3ED74D6C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812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58" name="cover-shell-node-1-text">
            <a:extLst xmlns:a="http://schemas.openxmlformats.org/drawingml/2006/main">
              <a:ext uri="{FF2B5EF4-FFF2-40B4-BE49-F238E27FC236}">
                <a16:creationId xmlns:a16="http://schemas.microsoft.com/office/drawing/2014/main" id="{32E2B91F-2F88-4AB6-BBA7-DDF289ED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383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59" name="cover-shell-node-2">
            <a:extLst xmlns:a="http://schemas.openxmlformats.org/drawingml/2006/main">
              <a:ext uri="{FF2B5EF4-FFF2-40B4-BE49-F238E27FC236}">
                <a16:creationId xmlns:a16="http://schemas.microsoft.com/office/drawing/2014/main" id="{95BC041B-B4E8-45ED-B6DC-CC42CF11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812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60" name="cover-shell-node-2-text">
            <a:extLst xmlns:a="http://schemas.openxmlformats.org/drawingml/2006/main">
              <a:ext uri="{FF2B5EF4-FFF2-40B4-BE49-F238E27FC236}">
                <a16:creationId xmlns:a16="http://schemas.microsoft.com/office/drawing/2014/main" id="{B6F4CA05-EA14-48BE-891D-23DD4043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383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61" name="cover-shell-node-3">
            <a:extLst xmlns:a="http://schemas.openxmlformats.org/drawingml/2006/main">
              <a:ext uri="{FF2B5EF4-FFF2-40B4-BE49-F238E27FC236}">
                <a16:creationId xmlns:a16="http://schemas.microsoft.com/office/drawing/2014/main" id="{B7E1A0AD-54D2-4580-A1C8-A701F50F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812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62" name="cover-shell-node-3-text">
            <a:extLst xmlns:a="http://schemas.openxmlformats.org/drawingml/2006/main">
              <a:ext uri="{FF2B5EF4-FFF2-40B4-BE49-F238E27FC236}">
                <a16:creationId xmlns:a16="http://schemas.microsoft.com/office/drawing/2014/main" id="{01353809-0D50-4AA5-8906-0B567224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383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Store</a:t>
            </a:r>
          </a:p>
        </p:txBody>
      </p:sp>
      <p:sp>
        <p:nvSpPr>
          <p:cNvPr id="63" name="cover-shell-node-4">
            <a:extLst xmlns:a="http://schemas.openxmlformats.org/drawingml/2006/main">
              <a:ext uri="{FF2B5EF4-FFF2-40B4-BE49-F238E27FC236}">
                <a16:creationId xmlns:a16="http://schemas.microsoft.com/office/drawing/2014/main" id="{F05D80F0-6839-4BA8-8D06-BD067BA3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051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64" name="cover-shell-node-4-text">
            <a:extLst xmlns:a="http://schemas.openxmlformats.org/drawingml/2006/main">
              <a:ext uri="{FF2B5EF4-FFF2-40B4-BE49-F238E27FC236}">
                <a16:creationId xmlns:a16="http://schemas.microsoft.com/office/drawing/2014/main" id="{1DCD836A-B5CD-414B-A16C-16BDF0A1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AI Chat</a:t>
            </a:r>
          </a:p>
        </p:txBody>
      </p:sp>
      <p:sp>
        <p:nvSpPr>
          <p:cNvPr id="65" name="cover-shell-node-5">
            <a:extLst xmlns:a="http://schemas.openxmlformats.org/drawingml/2006/main">
              <a:ext uri="{FF2B5EF4-FFF2-40B4-BE49-F238E27FC236}">
                <a16:creationId xmlns:a16="http://schemas.microsoft.com/office/drawing/2014/main" id="{69F7FC8D-5E82-4870-8E97-B014CD0B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241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66" name="cover-shell-node-5-text">
            <a:extLst xmlns:a="http://schemas.openxmlformats.org/drawingml/2006/main">
              <a:ext uri="{FF2B5EF4-FFF2-40B4-BE49-F238E27FC236}">
                <a16:creationId xmlns:a16="http://schemas.microsoft.com/office/drawing/2014/main" id="{39D231FB-C071-46DB-9A8B-85D32495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Canvas</a:t>
            </a:r>
          </a:p>
        </p:txBody>
      </p:sp>
      <p:sp>
        <p:nvSpPr>
          <p:cNvPr id="67" name="cover-shell-edge-3">
            <a:extLst xmlns:a="http://schemas.openxmlformats.org/drawingml/2006/main">
              <a:ext uri="{FF2B5EF4-FFF2-40B4-BE49-F238E27FC236}">
                <a16:creationId xmlns:a16="http://schemas.microsoft.com/office/drawing/2014/main" id="{1CA5DE8E-DE72-49A2-8D6C-6A11F994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384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8" name="cover-shell-settings-label-1">
            <a:extLst xmlns:a="http://schemas.openxmlformats.org/drawingml/2006/main">
              <a:ext uri="{FF2B5EF4-FFF2-40B4-BE49-F238E27FC236}">
                <a16:creationId xmlns:a16="http://schemas.microsoft.com/office/drawing/2014/main" id="{5BEF9515-518D-4948-8086-920BC8EB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8590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CANVAS</a:t>
            </a:r>
          </a:p>
        </p:txBody>
      </p:sp>
      <p:sp>
        <p:nvSpPr>
          <p:cNvPr id="69" name="cover-shell-settings-line-1">
            <a:extLst xmlns:a="http://schemas.openxmlformats.org/drawingml/2006/main">
              <a:ext uri="{FF2B5EF4-FFF2-40B4-BE49-F238E27FC236}">
                <a16:creationId xmlns:a16="http://schemas.microsoft.com/office/drawing/2014/main" id="{1C35F6AB-9369-4E56-A236-1381CB9A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6954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70" name="cover-shell-settings-pill-1">
            <a:extLst xmlns:a="http://schemas.openxmlformats.org/drawingml/2006/main">
              <a:ext uri="{FF2B5EF4-FFF2-40B4-BE49-F238E27FC236}">
                <a16:creationId xmlns:a16="http://schemas.microsoft.com/office/drawing/2014/main" id="{34FAB0CC-B711-4D2A-9310-007E8C25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097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71" name="cover-shell-settings-label-2">
            <a:extLst xmlns:a="http://schemas.openxmlformats.org/drawingml/2006/main">
              <a:ext uri="{FF2B5EF4-FFF2-40B4-BE49-F238E27FC236}">
                <a16:creationId xmlns:a16="http://schemas.microsoft.com/office/drawing/2014/main" id="{037D62CD-C224-4187-B0A0-E0B5430F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7170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NODE STYLE</a:t>
            </a:r>
          </a:p>
        </p:txBody>
      </p:sp>
      <p:sp>
        <p:nvSpPr>
          <p:cNvPr id="72" name="cover-shell-settings-line-2">
            <a:extLst xmlns:a="http://schemas.openxmlformats.org/drawingml/2006/main">
              <a:ext uri="{FF2B5EF4-FFF2-40B4-BE49-F238E27FC236}">
                <a16:creationId xmlns:a16="http://schemas.microsoft.com/office/drawing/2014/main" id="{EA9921AF-83E6-4964-A7DB-2F663064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812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73" name="cover-shell-settings-pill-2">
            <a:extLst xmlns:a="http://schemas.openxmlformats.org/drawingml/2006/main">
              <a:ext uri="{FF2B5EF4-FFF2-40B4-BE49-F238E27FC236}">
                <a16:creationId xmlns:a16="http://schemas.microsoft.com/office/drawing/2014/main" id="{2AC7D32B-8FCD-4273-90CC-9F7C5DD8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955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74" name="cover-shell-settings-label-3">
            <a:extLst xmlns:a="http://schemas.openxmlformats.org/drawingml/2006/main">
              <a:ext uri="{FF2B5EF4-FFF2-40B4-BE49-F238E27FC236}">
                <a16:creationId xmlns:a16="http://schemas.microsoft.com/office/drawing/2014/main" id="{8AF998C2-FDE9-45D7-A88C-4C290835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ACTIONS</a:t>
            </a:r>
          </a:p>
        </p:txBody>
      </p:sp>
      <p:sp>
        <p:nvSpPr>
          <p:cNvPr id="75" name="cover-shell-settings-line-3">
            <a:extLst xmlns:a="http://schemas.openxmlformats.org/drawingml/2006/main">
              <a:ext uri="{FF2B5EF4-FFF2-40B4-BE49-F238E27FC236}">
                <a16:creationId xmlns:a16="http://schemas.microsoft.com/office/drawing/2014/main" id="{D6F7BAC6-912F-4015-BB63-47B9937F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670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76" name="cover-shell-settings-pill-3">
            <a:extLst xmlns:a="http://schemas.openxmlformats.org/drawingml/2006/main">
              <a:ext uri="{FF2B5EF4-FFF2-40B4-BE49-F238E27FC236}">
                <a16:creationId xmlns:a16="http://schemas.microsoft.com/office/drawing/2014/main" id="{F8385709-D8A1-4F7B-8B1B-28BB1F40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813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77" name="cover-shell-canvas-info">
            <a:extLst xmlns:a="http://schemas.openxmlformats.org/drawingml/2006/main">
              <a:ext uri="{FF2B5EF4-FFF2-40B4-BE49-F238E27FC236}">
                <a16:creationId xmlns:a16="http://schemas.microsoft.com/office/drawing/2014/main" id="{AACB2D8A-951B-42BC-9D6D-6B7E7E47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43500"/>
            <a:ext cx="114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4A4540"/>
                </a:solidFill>
                <a:latin typeface="Aptos Mono"/>
                <a:ea typeface="Aptos Mono"/>
                <a:cs typeface="Aptos Mono"/>
              </a:defRPr>
            </a:pPr>
            <a:r>
              <a:rPr sz="525" b="0">
                <a:solidFill>
                  <a:srgbClr val="4A4540"/>
                </a:solidFill>
                <a:latin typeface="Aptos Mono"/>
                <a:ea typeface="Aptos Mono"/>
                <a:cs typeface="Aptos Mono"/>
              </a:rPr>
              <a:t>Nodes 5   Edges 3</a:t>
            </a:r>
          </a:p>
        </p:txBody>
      </p:sp>
      <p:sp>
        <p:nvSpPr>
          <p:cNvPr id="78" name="footer">
            <a:extLst xmlns:a="http://schemas.openxmlformats.org/drawingml/2006/main">
              <a:ext uri="{FF2B5EF4-FFF2-40B4-BE49-F238E27FC236}">
                <a16:creationId xmlns:a16="http://schemas.microsoft.com/office/drawing/2014/main" id="{BCCA2558-6DA2-4061-8812-75569922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rPr>
              <a:t>AI Based Diagram Maker  //  modern UI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632525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AAA90B4-18CC-4AD1-B3C8-BA209B99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main-frame">
            <a:extLst xmlns:a="http://schemas.openxmlformats.org/drawingml/2006/main">
              <a:ext uri="{FF2B5EF4-FFF2-40B4-BE49-F238E27FC236}">
                <a16:creationId xmlns:a16="http://schemas.microsoft.com/office/drawing/2014/main" id="{A7585186-F426-4641-9F38-7FDEA2D6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" name="glow-top">
            <a:extLst xmlns:a="http://schemas.openxmlformats.org/drawingml/2006/main">
              <a:ext uri="{FF2B5EF4-FFF2-40B4-BE49-F238E27FC236}">
                <a16:creationId xmlns:a16="http://schemas.microsoft.com/office/drawing/2014/main" id="{46E2DF7D-5F23-48AE-8EE3-2883CA67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857250"/>
            <a:ext cx="3619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A882">
              <a:alpha val="9412"/>
            </a:srgbClr>
          </a:solidFill>
          <a:ln xmlns:a="http://schemas.openxmlformats.org/drawingml/2006/main" w="0">
            <a:solidFill>
              <a:srgbClr val="C4A882">
                <a:alpha val="9412"/>
              </a:srgbClr>
            </a:solidFill>
            <a:prstDash val="solid"/>
          </a:ln>
        </p:spPr>
      </p:sp>
      <p:sp>
        <p:nvSpPr>
          <p:cNvPr id="4" name="glow-bottom">
            <a:extLst xmlns:a="http://schemas.openxmlformats.org/drawingml/2006/main">
              <a:ext uri="{FF2B5EF4-FFF2-40B4-BE49-F238E27FC236}">
                <a16:creationId xmlns:a16="http://schemas.microsoft.com/office/drawing/2014/main" id="{3A2B7ED2-34B6-48C8-A911-0784E3B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" y="4953000"/>
            <a:ext cx="26670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A7A">
              <a:alpha val="7843"/>
            </a:srgbClr>
          </a:solidFill>
          <a:ln xmlns:a="http://schemas.openxmlformats.org/drawingml/2006/main" w="0">
            <a:solidFill>
              <a:srgbClr val="5A6A7A">
                <a:alpha val="7843"/>
              </a:srgbClr>
            </a:solidFill>
            <a:prstDash val="solid"/>
          </a:ln>
        </p:spPr>
      </p:sp>
      <p:sp>
        <p:nvSpPr>
          <p:cNvPr id="5" name="grid-v-112">
            <a:extLst xmlns:a="http://schemas.openxmlformats.org/drawingml/2006/main">
              <a:ext uri="{FF2B5EF4-FFF2-40B4-BE49-F238E27FC236}">
                <a16:creationId xmlns:a16="http://schemas.microsoft.com/office/drawing/2014/main" id="{4D6E95CC-9963-4936-BEF5-9F321CC6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" name="grid-v-408">
            <a:extLst xmlns:a="http://schemas.openxmlformats.org/drawingml/2006/main">
              <a:ext uri="{FF2B5EF4-FFF2-40B4-BE49-F238E27FC236}">
                <a16:creationId xmlns:a16="http://schemas.microsoft.com/office/drawing/2014/main" id="{39A178E5-1156-4891-8C0F-EB0F5BEC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7" name="grid-v-704">
            <a:extLst xmlns:a="http://schemas.openxmlformats.org/drawingml/2006/main">
              <a:ext uri="{FF2B5EF4-FFF2-40B4-BE49-F238E27FC236}">
                <a16:creationId xmlns:a16="http://schemas.microsoft.com/office/drawing/2014/main" id="{75889F38-2F78-4AAC-BA91-F3AD236D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8" name="grid-v-1000">
            <a:extLst xmlns:a="http://schemas.openxmlformats.org/drawingml/2006/main">
              <a:ext uri="{FF2B5EF4-FFF2-40B4-BE49-F238E27FC236}">
                <a16:creationId xmlns:a16="http://schemas.microsoft.com/office/drawing/2014/main" id="{13C5B71B-0903-4116-BDBC-DE98E0D7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9" name="grid-h-160">
            <a:extLst xmlns:a="http://schemas.openxmlformats.org/drawingml/2006/main">
              <a:ext uri="{FF2B5EF4-FFF2-40B4-BE49-F238E27FC236}">
                <a16:creationId xmlns:a16="http://schemas.microsoft.com/office/drawing/2014/main" id="{3D8A39F4-EF18-454A-990C-5A8D1FBC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0" name="grid-h-304">
            <a:extLst xmlns:a="http://schemas.openxmlformats.org/drawingml/2006/main">
              <a:ext uri="{FF2B5EF4-FFF2-40B4-BE49-F238E27FC236}">
                <a16:creationId xmlns:a16="http://schemas.microsoft.com/office/drawing/2014/main" id="{1047FE1C-ECC8-4DA5-A419-47F3F354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1" name="grid-h-448">
            <a:extLst xmlns:a="http://schemas.openxmlformats.org/drawingml/2006/main">
              <a:ext uri="{FF2B5EF4-FFF2-40B4-BE49-F238E27FC236}">
                <a16:creationId xmlns:a16="http://schemas.microsoft.com/office/drawing/2014/main" id="{28A7EE79-E6D4-43B7-8812-BD0E3CF7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2" name="grid-h-592">
            <a:extLst xmlns:a="http://schemas.openxmlformats.org/drawingml/2006/main">
              <a:ext uri="{FF2B5EF4-FFF2-40B4-BE49-F238E27FC236}">
                <a16:creationId xmlns:a16="http://schemas.microsoft.com/office/drawing/2014/main" id="{9F61445A-7E95-40C5-87C2-C9EFA447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3" name="chrome-bar">
            <a:extLst xmlns:a="http://schemas.openxmlformats.org/drawingml/2006/main">
              <a:ext uri="{FF2B5EF4-FFF2-40B4-BE49-F238E27FC236}">
                <a16:creationId xmlns:a16="http://schemas.microsoft.com/office/drawing/2014/main" id="{B2F0AB0A-F26A-4B68-AB29-5200CC0A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4" name="chrome-dot">
            <a:extLst xmlns:a="http://schemas.openxmlformats.org/drawingml/2006/main">
              <a:ext uri="{FF2B5EF4-FFF2-40B4-BE49-F238E27FC236}">
                <a16:creationId xmlns:a16="http://schemas.microsoft.com/office/drawing/2014/main" id="{6DC7C9AD-A429-4192-B2EB-936A01A5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15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5E3B0B7C-65A5-41D5-BABE-433DEF5E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DiagramMaker AI workspace</a:t>
            </a:r>
          </a:p>
        </p:txBody>
      </p:sp>
      <p:sp>
        <p:nvSpPr>
          <p:cNvPr id="16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A0412F60-044C-4E52-B73A-BEC0A640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rPr>
              <a:t>PROBLEM</a:t>
            </a:r>
          </a:p>
        </p:txBody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46765F4-C3DA-48AF-85D9-E5A5CC65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62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7D9C27D-B2F6-484D-8F31-DBE6C70E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38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735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B7355"/>
                </a:solidFill>
                <a:latin typeface="Aptos Mono"/>
                <a:ea typeface="Aptos Mono"/>
                <a:cs typeface="Aptos Mono"/>
              </a:rPr>
              <a:t>PROBLEM STATEMENT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3F47ABF5-F770-4827-AD66-9C77E018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533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rPr>
              <a:t>Creating system diagrams still feels slow, confusing, and difficult for many beginners.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6AB2381A-5558-4FF7-BB07-DBCF0327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4800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The main issue is not only drawing boxes. It is understanding the idea clearly, organizing the parts, and explaining the flow in a way others can quickly follow.</a:t>
            </a:r>
          </a:p>
        </p:txBody>
      </p:sp>
      <p:sp>
        <p:nvSpPr>
          <p:cNvPr id="21" name="problem-panel-1">
            <a:extLst xmlns:a="http://schemas.openxmlformats.org/drawingml/2006/main">
              <a:ext uri="{FF2B5EF4-FFF2-40B4-BE49-F238E27FC236}">
                <a16:creationId xmlns:a16="http://schemas.microsoft.com/office/drawing/2014/main" id="{479F20A4-7610-4A29-A92F-668FD5A8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33500"/>
            <a:ext cx="4648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2" name="problem-panel-1-accent">
            <a:extLst xmlns:a="http://schemas.openxmlformats.org/drawingml/2006/main">
              <a:ext uri="{FF2B5EF4-FFF2-40B4-BE49-F238E27FC236}">
                <a16:creationId xmlns:a16="http://schemas.microsoft.com/office/drawing/2014/main" id="{626C868A-ED6F-4D88-A818-4F0A9AA2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33500"/>
            <a:ext cx="464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23" name="problem-panel-1-eyebrow">
            <a:extLst xmlns:a="http://schemas.openxmlformats.org/drawingml/2006/main">
              <a:ext uri="{FF2B5EF4-FFF2-40B4-BE49-F238E27FC236}">
                <a16:creationId xmlns:a16="http://schemas.microsoft.com/office/drawing/2014/main" id="{4DAAA033-5A0F-4036-87CC-267A8BCE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66850"/>
            <a:ext cx="430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01 / STARTING POINT</a:t>
            </a:r>
          </a:p>
        </p:txBody>
      </p:sp>
      <p:sp>
        <p:nvSpPr>
          <p:cNvPr id="24" name="problem-panel-1-title">
            <a:extLst xmlns:a="http://schemas.openxmlformats.org/drawingml/2006/main">
              <a:ext uri="{FF2B5EF4-FFF2-40B4-BE49-F238E27FC236}">
                <a16:creationId xmlns:a16="http://schemas.microsoft.com/office/drawing/2014/main" id="{99109598-08F0-417B-BEC8-182DE689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4950"/>
            <a:ext cx="430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Blank-page pressure</a:t>
            </a:r>
          </a:p>
        </p:txBody>
      </p:sp>
      <p:sp>
        <p:nvSpPr>
          <p:cNvPr id="25" name="problem-panel-1-body">
            <a:extLst xmlns:a="http://schemas.openxmlformats.org/drawingml/2006/main">
              <a:ext uri="{FF2B5EF4-FFF2-40B4-BE49-F238E27FC236}">
                <a16:creationId xmlns:a16="http://schemas.microsoft.com/office/drawing/2014/main" id="{4B31242E-80EC-4148-8CDF-13EA5642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Students often know the concept, but they do not know how to begin turning it into a clear system diagram.</a:t>
            </a:r>
          </a:p>
        </p:txBody>
      </p:sp>
      <p:sp>
        <p:nvSpPr>
          <p:cNvPr id="26" name="problem-panel-2">
            <a:extLst xmlns:a="http://schemas.openxmlformats.org/drawingml/2006/main">
              <a:ext uri="{FF2B5EF4-FFF2-40B4-BE49-F238E27FC236}">
                <a16:creationId xmlns:a16="http://schemas.microsoft.com/office/drawing/2014/main" id="{AF1EA9F8-9884-497B-B679-71DC20BF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4648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7" name="problem-panel-2-accent">
            <a:extLst xmlns:a="http://schemas.openxmlformats.org/drawingml/2006/main">
              <a:ext uri="{FF2B5EF4-FFF2-40B4-BE49-F238E27FC236}">
                <a16:creationId xmlns:a16="http://schemas.microsoft.com/office/drawing/2014/main" id="{AD44FD8A-442B-4DB4-B225-087B7054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464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A7A"/>
          </a:solidFill>
          <a:ln xmlns:a="http://schemas.openxmlformats.org/drawingml/2006/main" w="0">
            <a:solidFill>
              <a:srgbClr val="5A6A7A"/>
            </a:solidFill>
            <a:prstDash val="solid"/>
          </a:ln>
        </p:spPr>
      </p:sp>
      <p:sp>
        <p:nvSpPr>
          <p:cNvPr id="28" name="problem-panel-2-eyebrow">
            <a:extLst xmlns:a="http://schemas.openxmlformats.org/drawingml/2006/main">
              <a:ext uri="{FF2B5EF4-FFF2-40B4-BE49-F238E27FC236}">
                <a16:creationId xmlns:a16="http://schemas.microsoft.com/office/drawing/2014/main" id="{739D90E5-61B1-4580-BFB4-F26E528A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430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02 / WORKLOAD</a:t>
            </a:r>
          </a:p>
        </p:txBody>
      </p:sp>
      <p:sp>
        <p:nvSpPr>
          <p:cNvPr id="29" name="problem-panel-2-title">
            <a:extLst xmlns:a="http://schemas.openxmlformats.org/drawingml/2006/main">
              <a:ext uri="{FF2B5EF4-FFF2-40B4-BE49-F238E27FC236}">
                <a16:creationId xmlns:a16="http://schemas.microsoft.com/office/drawing/2014/main" id="{DB7E715B-BEED-4D93-9CD2-3D96110C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430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Too much manual effort</a:t>
            </a:r>
          </a:p>
        </p:txBody>
      </p:sp>
      <p:sp>
        <p:nvSpPr>
          <p:cNvPr id="30" name="problem-panel-2-body">
            <a:extLst xmlns:a="http://schemas.openxmlformats.org/drawingml/2006/main">
              <a:ext uri="{FF2B5EF4-FFF2-40B4-BE49-F238E27FC236}">
                <a16:creationId xmlns:a16="http://schemas.microsoft.com/office/drawing/2014/main" id="{D327F242-468B-4E6D-AB1B-2E6DB774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56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Planning components, links, and structure manually takes time and interrupts the thinking process.</a:t>
            </a:r>
          </a:p>
        </p:txBody>
      </p:sp>
      <p:sp>
        <p:nvSpPr>
          <p:cNvPr id="31" name="problem-panel-3">
            <a:extLst xmlns:a="http://schemas.openxmlformats.org/drawingml/2006/main">
              <a:ext uri="{FF2B5EF4-FFF2-40B4-BE49-F238E27FC236}">
                <a16:creationId xmlns:a16="http://schemas.microsoft.com/office/drawing/2014/main" id="{35E07042-57D0-47C5-A24D-FBDE6C92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14800"/>
            <a:ext cx="4648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A4A3A">
                <a:alpha val="20000"/>
              </a:srgbClr>
            </a:solidFill>
            <a:prstDash val="solid"/>
          </a:ln>
        </p:spPr>
      </p:sp>
      <p:sp>
        <p:nvSpPr>
          <p:cNvPr id="32" name="problem-panel-3-accent">
            <a:extLst xmlns:a="http://schemas.openxmlformats.org/drawingml/2006/main">
              <a:ext uri="{FF2B5EF4-FFF2-40B4-BE49-F238E27FC236}">
                <a16:creationId xmlns:a16="http://schemas.microsoft.com/office/drawing/2014/main" id="{56079452-D91A-4837-874D-C5DCEF22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14800"/>
            <a:ext cx="464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A3A"/>
          </a:solidFill>
          <a:ln xmlns:a="http://schemas.openxmlformats.org/drawingml/2006/main" w="0">
            <a:solidFill>
              <a:srgbClr val="7A4A3A"/>
            </a:solidFill>
            <a:prstDash val="solid"/>
          </a:ln>
        </p:spPr>
      </p:sp>
      <p:sp>
        <p:nvSpPr>
          <p:cNvPr id="33" name="problem-panel-3-eyebrow">
            <a:extLst xmlns:a="http://schemas.openxmlformats.org/drawingml/2006/main">
              <a:ext uri="{FF2B5EF4-FFF2-40B4-BE49-F238E27FC236}">
                <a16:creationId xmlns:a16="http://schemas.microsoft.com/office/drawing/2014/main" id="{528800AF-F63A-4ED9-A9B2-4E9F99C9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430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03 / COMMUNICATION</a:t>
            </a:r>
          </a:p>
        </p:txBody>
      </p:sp>
      <p:sp>
        <p:nvSpPr>
          <p:cNvPr id="34" name="problem-panel-3-title">
            <a:extLst xmlns:a="http://schemas.openxmlformats.org/drawingml/2006/main">
              <a:ext uri="{FF2B5EF4-FFF2-40B4-BE49-F238E27FC236}">
                <a16:creationId xmlns:a16="http://schemas.microsoft.com/office/drawing/2014/main" id="{512CC1C8-5CB3-41B5-813A-48F1A9D0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86250"/>
            <a:ext cx="430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Weak project explanation</a:t>
            </a:r>
          </a:p>
        </p:txBody>
      </p:sp>
      <p:sp>
        <p:nvSpPr>
          <p:cNvPr id="35" name="problem-panel-3-body">
            <a:extLst xmlns:a="http://schemas.openxmlformats.org/drawingml/2006/main">
              <a:ext uri="{FF2B5EF4-FFF2-40B4-BE49-F238E27FC236}">
                <a16:creationId xmlns:a16="http://schemas.microsoft.com/office/drawing/2014/main" id="{78F42AAA-9D02-49BC-A177-2FC524D3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When the architecture is unclear, it becomes harder to explain the idea to teachers, teammates, and reviewers.</a:t>
            </a:r>
          </a:p>
        </p:txBody>
      </p:sp>
      <p:sp>
        <p:nvSpPr>
          <p:cNvPr id="36" name="problem-summary">
            <a:extLst xmlns:a="http://schemas.openxmlformats.org/drawingml/2006/main">
              <a:ext uri="{FF2B5EF4-FFF2-40B4-BE49-F238E27FC236}">
                <a16:creationId xmlns:a16="http://schemas.microsoft.com/office/drawing/2014/main" id="{DD35BE57-7EA3-448E-9E04-3F02AD2A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37" name="problem-summary-accent">
            <a:extLst xmlns:a="http://schemas.openxmlformats.org/drawingml/2006/main">
              <a:ext uri="{FF2B5EF4-FFF2-40B4-BE49-F238E27FC236}">
                <a16:creationId xmlns:a16="http://schemas.microsoft.com/office/drawing/2014/main" id="{F43D0DAC-02C5-4AF6-A21D-1A830CAC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38" name="problem-summary-title">
            <a:extLst xmlns:a="http://schemas.openxmlformats.org/drawingml/2006/main">
              <a:ext uri="{FF2B5EF4-FFF2-40B4-BE49-F238E27FC236}">
                <a16:creationId xmlns:a16="http://schemas.microsoft.com/office/drawing/2014/main" id="{0E6F3516-D6CA-45DE-9CAF-6F38C464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61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39" name="problem-summary-body">
            <a:extLst xmlns:a="http://schemas.openxmlformats.org/drawingml/2006/main">
              <a:ext uri="{FF2B5EF4-FFF2-40B4-BE49-F238E27FC236}">
                <a16:creationId xmlns:a16="http://schemas.microsoft.com/office/drawing/2014/main" id="{B31DD30D-CB70-4F39-8035-87E6C3BE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610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A better workspace can reduce confusion and help users move from idea to explanation much faster.</a:t>
            </a:r>
          </a:p>
        </p:txBody>
      </p:sp>
      <p:sp>
        <p:nvSpPr>
          <p:cNvPr id="40" name="footer">
            <a:extLst xmlns:a="http://schemas.openxmlformats.org/drawingml/2006/main">
              <a:ext uri="{FF2B5EF4-FFF2-40B4-BE49-F238E27FC236}">
                <a16:creationId xmlns:a16="http://schemas.microsoft.com/office/drawing/2014/main" id="{F908F410-E34C-4C09-ACA5-6EFF1E8D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rPr>
              <a:t>AI Based Diagram Maker</a:t>
            </a:r>
          </a:p>
        </p:txBody>
      </p:sp>
    </p:spTree>
    <p:extLst>
      <p:ext uri="{BB962C8B-B14F-4D97-AF65-F5344CB8AC3E}">
        <p14:creationId xmlns:p14="http://schemas.microsoft.com/office/powerpoint/2010/main" val="2606816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7B431BE-C74E-481D-A589-C68F41C2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main-frame">
            <a:extLst xmlns:a="http://schemas.openxmlformats.org/drawingml/2006/main">
              <a:ext uri="{FF2B5EF4-FFF2-40B4-BE49-F238E27FC236}">
                <a16:creationId xmlns:a16="http://schemas.microsoft.com/office/drawing/2014/main" id="{1604A89E-D682-47C6-AE07-0A54D407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" name="glow-top">
            <a:extLst xmlns:a="http://schemas.openxmlformats.org/drawingml/2006/main">
              <a:ext uri="{FF2B5EF4-FFF2-40B4-BE49-F238E27FC236}">
                <a16:creationId xmlns:a16="http://schemas.microsoft.com/office/drawing/2014/main" id="{7863809E-38E9-4D52-BE50-7A68E2D7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857250"/>
            <a:ext cx="3619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A882">
              <a:alpha val="9412"/>
            </a:srgbClr>
          </a:solidFill>
          <a:ln xmlns:a="http://schemas.openxmlformats.org/drawingml/2006/main" w="0">
            <a:solidFill>
              <a:srgbClr val="C4A882">
                <a:alpha val="9412"/>
              </a:srgbClr>
            </a:solidFill>
            <a:prstDash val="solid"/>
          </a:ln>
        </p:spPr>
      </p:sp>
      <p:sp>
        <p:nvSpPr>
          <p:cNvPr id="4" name="glow-bottom">
            <a:extLst xmlns:a="http://schemas.openxmlformats.org/drawingml/2006/main">
              <a:ext uri="{FF2B5EF4-FFF2-40B4-BE49-F238E27FC236}">
                <a16:creationId xmlns:a16="http://schemas.microsoft.com/office/drawing/2014/main" id="{5E8B0E3F-B2CF-43E1-8566-01C77B76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" y="4953000"/>
            <a:ext cx="26670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A7A">
              <a:alpha val="7843"/>
            </a:srgbClr>
          </a:solidFill>
          <a:ln xmlns:a="http://schemas.openxmlformats.org/drawingml/2006/main" w="0">
            <a:solidFill>
              <a:srgbClr val="5A6A7A">
                <a:alpha val="7843"/>
              </a:srgbClr>
            </a:solidFill>
            <a:prstDash val="solid"/>
          </a:ln>
        </p:spPr>
      </p:sp>
      <p:sp>
        <p:nvSpPr>
          <p:cNvPr id="5" name="grid-v-112">
            <a:extLst xmlns:a="http://schemas.openxmlformats.org/drawingml/2006/main">
              <a:ext uri="{FF2B5EF4-FFF2-40B4-BE49-F238E27FC236}">
                <a16:creationId xmlns:a16="http://schemas.microsoft.com/office/drawing/2014/main" id="{7CA74570-52AD-4B5D-94B7-10850D50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" name="grid-v-408">
            <a:extLst xmlns:a="http://schemas.openxmlformats.org/drawingml/2006/main">
              <a:ext uri="{FF2B5EF4-FFF2-40B4-BE49-F238E27FC236}">
                <a16:creationId xmlns:a16="http://schemas.microsoft.com/office/drawing/2014/main" id="{46CAB59E-6B7C-4565-A09C-EBAFA56E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7" name="grid-v-704">
            <a:extLst xmlns:a="http://schemas.openxmlformats.org/drawingml/2006/main">
              <a:ext uri="{FF2B5EF4-FFF2-40B4-BE49-F238E27FC236}">
                <a16:creationId xmlns:a16="http://schemas.microsoft.com/office/drawing/2014/main" id="{E6AA97CC-FD54-4459-A8AB-5ADC9506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8" name="grid-v-1000">
            <a:extLst xmlns:a="http://schemas.openxmlformats.org/drawingml/2006/main">
              <a:ext uri="{FF2B5EF4-FFF2-40B4-BE49-F238E27FC236}">
                <a16:creationId xmlns:a16="http://schemas.microsoft.com/office/drawing/2014/main" id="{E8710117-B640-4BDF-BEF2-7921617D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9" name="grid-h-160">
            <a:extLst xmlns:a="http://schemas.openxmlformats.org/drawingml/2006/main">
              <a:ext uri="{FF2B5EF4-FFF2-40B4-BE49-F238E27FC236}">
                <a16:creationId xmlns:a16="http://schemas.microsoft.com/office/drawing/2014/main" id="{EF89177C-6AF5-4C5C-B15D-5F05FD52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0" name="grid-h-304">
            <a:extLst xmlns:a="http://schemas.openxmlformats.org/drawingml/2006/main">
              <a:ext uri="{FF2B5EF4-FFF2-40B4-BE49-F238E27FC236}">
                <a16:creationId xmlns:a16="http://schemas.microsoft.com/office/drawing/2014/main" id="{B75FC6CE-58E1-4843-99CD-BCD23CB2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1" name="grid-h-448">
            <a:extLst xmlns:a="http://schemas.openxmlformats.org/drawingml/2006/main">
              <a:ext uri="{FF2B5EF4-FFF2-40B4-BE49-F238E27FC236}">
                <a16:creationId xmlns:a16="http://schemas.microsoft.com/office/drawing/2014/main" id="{6DD044FF-A49F-410A-BECF-316BD06E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2" name="grid-h-592">
            <a:extLst xmlns:a="http://schemas.openxmlformats.org/drawingml/2006/main">
              <a:ext uri="{FF2B5EF4-FFF2-40B4-BE49-F238E27FC236}">
                <a16:creationId xmlns:a16="http://schemas.microsoft.com/office/drawing/2014/main" id="{72B889ED-F0CD-42EC-8199-82E6833C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3" name="chrome-bar">
            <a:extLst xmlns:a="http://schemas.openxmlformats.org/drawingml/2006/main">
              <a:ext uri="{FF2B5EF4-FFF2-40B4-BE49-F238E27FC236}">
                <a16:creationId xmlns:a16="http://schemas.microsoft.com/office/drawing/2014/main" id="{C09C696B-0E58-450D-ADC5-C6CA54AC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4" name="chrome-dot">
            <a:extLst xmlns:a="http://schemas.openxmlformats.org/drawingml/2006/main">
              <a:ext uri="{FF2B5EF4-FFF2-40B4-BE49-F238E27FC236}">
                <a16:creationId xmlns:a16="http://schemas.microsoft.com/office/drawing/2014/main" id="{4A741A5B-1277-4D46-9F54-9C77221C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15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31A6EE94-0651-4556-88CA-CFA30234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DiagramMaker AI workspace</a:t>
            </a:r>
          </a:p>
        </p:txBody>
      </p:sp>
      <p:sp>
        <p:nvSpPr>
          <p:cNvPr id="16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1756DBA7-B52B-4C5D-ABDF-F4B54C03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rPr>
              <a:t>SOLUTION</a:t>
            </a:r>
          </a:p>
        </p:txBody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EC1084-0006-4A48-80AD-8E80E9FA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62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41A8AD7-BB30-419C-93F0-4693784C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38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735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B7355"/>
                </a:solidFill>
                <a:latin typeface="Aptos Mono"/>
                <a:ea typeface="Aptos Mono"/>
                <a:cs typeface="Aptos Mono"/>
              </a:rPr>
              <a:t>PROPOSED SOLUTION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33DCD924-0132-4257-BC6A-E8348EDC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rPr>
              <a:t>The project solves the problem by combining guided discussion, visual editing, and structured saving.</a:t>
            </a:r>
          </a:p>
        </p:txBody>
      </p:sp>
      <p:sp>
        <p:nvSpPr>
          <p:cNvPr id="20" name="solution-shell">
            <a:extLst xmlns:a="http://schemas.openxmlformats.org/drawingml/2006/main">
              <a:ext uri="{FF2B5EF4-FFF2-40B4-BE49-F238E27FC236}">
                <a16:creationId xmlns:a16="http://schemas.microsoft.com/office/drawing/2014/main" id="{2B6101D8-CEAE-4656-A7F2-2CDF34CC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05156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1" name="solution-stage-1">
            <a:extLst xmlns:a="http://schemas.openxmlformats.org/drawingml/2006/main">
              <a:ext uri="{FF2B5EF4-FFF2-40B4-BE49-F238E27FC236}">
                <a16:creationId xmlns:a16="http://schemas.microsoft.com/office/drawing/2014/main" id="{05D15867-EC9A-4640-AA1F-F6FE7990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2857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2" name="solution-stage-1-accent">
            <a:extLst xmlns:a="http://schemas.openxmlformats.org/drawingml/2006/main">
              <a:ext uri="{FF2B5EF4-FFF2-40B4-BE49-F238E27FC236}">
                <a16:creationId xmlns:a16="http://schemas.microsoft.com/office/drawing/2014/main" id="{F131583F-22A9-48A2-9BBA-5240AC15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23" name="solution-stage-1-eyebrow">
            <a:extLst xmlns:a="http://schemas.openxmlformats.org/drawingml/2006/main">
              <a:ext uri="{FF2B5EF4-FFF2-40B4-BE49-F238E27FC236}">
                <a16:creationId xmlns:a16="http://schemas.microsoft.com/office/drawing/2014/main" id="{2D726163-8092-467B-918F-93152A5F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STAGE 1</a:t>
            </a:r>
          </a:p>
        </p:txBody>
      </p:sp>
      <p:sp>
        <p:nvSpPr>
          <p:cNvPr id="24" name="solution-stage-1-title">
            <a:extLst xmlns:a="http://schemas.openxmlformats.org/drawingml/2006/main">
              <a:ext uri="{FF2B5EF4-FFF2-40B4-BE49-F238E27FC236}">
                <a16:creationId xmlns:a16="http://schemas.microsoft.com/office/drawing/2014/main" id="{5EF1369C-CFF9-4052-AC24-0C06F3A6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6225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Ask and explore</a:t>
            </a:r>
          </a:p>
        </p:txBody>
      </p:sp>
      <p:sp>
        <p:nvSpPr>
          <p:cNvPr id="25" name="solution-stage-1-body">
            <a:extLst xmlns:a="http://schemas.openxmlformats.org/drawingml/2006/main">
              <a:ext uri="{FF2B5EF4-FFF2-40B4-BE49-F238E27FC236}">
                <a16:creationId xmlns:a16="http://schemas.microsoft.com/office/drawing/2014/main" id="{9C8B6C93-128F-463D-822A-A763A525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25146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The user describes the project idea, asks architecture questions, and gets guidance inside the chat panel.</a:t>
            </a:r>
          </a:p>
        </p:txBody>
      </p:sp>
      <p:sp>
        <p:nvSpPr>
          <p:cNvPr id="26" name="solution-stage-2">
            <a:extLst xmlns:a="http://schemas.openxmlformats.org/drawingml/2006/main">
              <a:ext uri="{FF2B5EF4-FFF2-40B4-BE49-F238E27FC236}">
                <a16:creationId xmlns:a16="http://schemas.microsoft.com/office/drawing/2014/main" id="{FAFE485A-BFBE-4C9F-8DEB-DBF7D925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90800"/>
            <a:ext cx="2857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7" name="solution-stage-2-accent">
            <a:extLst xmlns:a="http://schemas.openxmlformats.org/drawingml/2006/main">
              <a:ext uri="{FF2B5EF4-FFF2-40B4-BE49-F238E27FC236}">
                <a16:creationId xmlns:a16="http://schemas.microsoft.com/office/drawing/2014/main" id="{B14F8BFF-895C-418F-A98B-0FE88F55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908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A7A"/>
          </a:solidFill>
          <a:ln xmlns:a="http://schemas.openxmlformats.org/drawingml/2006/main" w="0">
            <a:solidFill>
              <a:srgbClr val="5A6A7A"/>
            </a:solidFill>
            <a:prstDash val="solid"/>
          </a:ln>
        </p:spPr>
      </p:sp>
      <p:sp>
        <p:nvSpPr>
          <p:cNvPr id="28" name="solution-stage-2-eyebrow">
            <a:extLst xmlns:a="http://schemas.openxmlformats.org/drawingml/2006/main">
              <a:ext uri="{FF2B5EF4-FFF2-40B4-BE49-F238E27FC236}">
                <a16:creationId xmlns:a16="http://schemas.microsoft.com/office/drawing/2014/main" id="{E25808F3-62F8-4970-AC3F-7AFE9C2C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241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STAGE 2</a:t>
            </a:r>
          </a:p>
        </p:txBody>
      </p:sp>
      <p:sp>
        <p:nvSpPr>
          <p:cNvPr id="29" name="solution-stage-2-title">
            <a:extLst xmlns:a="http://schemas.openxmlformats.org/drawingml/2006/main">
              <a:ext uri="{FF2B5EF4-FFF2-40B4-BE49-F238E27FC236}">
                <a16:creationId xmlns:a16="http://schemas.microsoft.com/office/drawing/2014/main" id="{112B7259-2D3F-4567-893E-A1F17E4C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6225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Build visually</a:t>
            </a:r>
          </a:p>
        </p:txBody>
      </p:sp>
      <p:sp>
        <p:nvSpPr>
          <p:cNvPr id="30" name="solution-stage-2-body">
            <a:extLst xmlns:a="http://schemas.openxmlformats.org/drawingml/2006/main">
              <a:ext uri="{FF2B5EF4-FFF2-40B4-BE49-F238E27FC236}">
                <a16:creationId xmlns:a16="http://schemas.microsoft.com/office/drawing/2014/main" id="{24BC030A-014B-4052-BAF1-BB99321D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62300"/>
            <a:ext cx="25146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The canvas lets the user add nodes, connect components, rename items, and shape the diagram step by step.</a:t>
            </a:r>
          </a:p>
        </p:txBody>
      </p:sp>
      <p:sp>
        <p:nvSpPr>
          <p:cNvPr id="31" name="solution-stage-3">
            <a:extLst xmlns:a="http://schemas.openxmlformats.org/drawingml/2006/main">
              <a:ext uri="{FF2B5EF4-FFF2-40B4-BE49-F238E27FC236}">
                <a16:creationId xmlns:a16="http://schemas.microsoft.com/office/drawing/2014/main" id="{26B70488-8549-4F07-AD59-B6F3785C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2857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2" name="solution-stage-3-accent">
            <a:extLst xmlns:a="http://schemas.openxmlformats.org/drawingml/2006/main">
              <a:ext uri="{FF2B5EF4-FFF2-40B4-BE49-F238E27FC236}">
                <a16:creationId xmlns:a16="http://schemas.microsoft.com/office/drawing/2014/main" id="{17DABB10-869C-4D2F-A9AA-69F97A31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33" name="solution-stage-3-eyebrow">
            <a:extLst xmlns:a="http://schemas.openxmlformats.org/drawingml/2006/main">
              <a:ext uri="{FF2B5EF4-FFF2-40B4-BE49-F238E27FC236}">
                <a16:creationId xmlns:a16="http://schemas.microsoft.com/office/drawing/2014/main" id="{3FB95F64-B423-4ED2-A828-7832F196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STAGE 3</a:t>
            </a:r>
          </a:p>
        </p:txBody>
      </p:sp>
      <p:sp>
        <p:nvSpPr>
          <p:cNvPr id="34" name="solution-stage-3-title">
            <a:extLst xmlns:a="http://schemas.openxmlformats.org/drawingml/2006/main">
              <a:ext uri="{FF2B5EF4-FFF2-40B4-BE49-F238E27FC236}">
                <a16:creationId xmlns:a16="http://schemas.microsoft.com/office/drawing/2014/main" id="{1C876080-9C25-4C0A-85F5-4F2B91D4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Keep it organized</a:t>
            </a:r>
          </a:p>
        </p:txBody>
      </p:sp>
      <p:sp>
        <p:nvSpPr>
          <p:cNvPr id="35" name="solution-stage-3-body">
            <a:extLst xmlns:a="http://schemas.openxmlformats.org/drawingml/2006/main">
              <a:ext uri="{FF2B5EF4-FFF2-40B4-BE49-F238E27FC236}">
                <a16:creationId xmlns:a16="http://schemas.microsoft.com/office/drawing/2014/main" id="{2523A0E9-0D4A-4CD7-A56B-B112B316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62300"/>
            <a:ext cx="25146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The design is stored in a structured form, so the system stays consistent and can keep improving over time.</a:t>
            </a:r>
          </a:p>
        </p:txBody>
      </p:sp>
      <p:sp>
        <p:nvSpPr>
          <p:cNvPr id="36" name="solution-rail">
            <a:extLst xmlns:a="http://schemas.openxmlformats.org/drawingml/2006/main">
              <a:ext uri="{FF2B5EF4-FFF2-40B4-BE49-F238E27FC236}">
                <a16:creationId xmlns:a16="http://schemas.microsoft.com/office/drawing/2014/main" id="{8CEE0258-7B0F-403D-982E-96B48322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10150"/>
            <a:ext cx="765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20000"/>
            </a:srgbClr>
          </a:solidFill>
          <a:ln xmlns:a="http://schemas.openxmlformats.org/drawingml/2006/main" w="0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37" name="solution-loop-tag">
            <a:extLst xmlns:a="http://schemas.openxmlformats.org/drawingml/2006/main">
              <a:ext uri="{FF2B5EF4-FFF2-40B4-BE49-F238E27FC236}">
                <a16:creationId xmlns:a16="http://schemas.microsoft.com/office/drawing/2014/main" id="{A84813BA-EC2E-4D99-95B3-91BF9AF3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197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8" name="solution-loop-tag-text">
            <a:extLst xmlns:a="http://schemas.openxmlformats.org/drawingml/2006/main">
              <a:ext uri="{FF2B5EF4-FFF2-40B4-BE49-F238E27FC236}">
                <a16:creationId xmlns:a16="http://schemas.microsoft.com/office/drawing/2014/main" id="{F093C468-5796-4609-9940-3BE3E5CE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578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8E4D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E8E4DF"/>
                </a:solidFill>
                <a:latin typeface="Aptos Mono"/>
                <a:ea typeface="Aptos Mono"/>
                <a:cs typeface="Aptos Mono"/>
              </a:rPr>
              <a:t>GUIDED DESIGN LOOP</a:t>
            </a:r>
          </a:p>
        </p:txBody>
      </p:sp>
      <p:sp>
        <p:nvSpPr>
          <p:cNvPr id="39" name="footer">
            <a:extLst xmlns:a="http://schemas.openxmlformats.org/drawingml/2006/main">
              <a:ext uri="{FF2B5EF4-FFF2-40B4-BE49-F238E27FC236}">
                <a16:creationId xmlns:a16="http://schemas.microsoft.com/office/drawing/2014/main" id="{FEFD9FB3-C6F1-4438-B2D9-6039EBA6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rPr>
              <a:t>AI Based Diagram Maker</a:t>
            </a:r>
          </a:p>
        </p:txBody>
      </p:sp>
    </p:spTree>
    <p:extLst>
      <p:ext uri="{BB962C8B-B14F-4D97-AF65-F5344CB8AC3E}">
        <p14:creationId xmlns:p14="http://schemas.microsoft.com/office/powerpoint/2010/main" val="2079915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E6CB389-5BF3-438E-8FE5-EA8C32E6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main-frame">
            <a:extLst xmlns:a="http://schemas.openxmlformats.org/drawingml/2006/main">
              <a:ext uri="{FF2B5EF4-FFF2-40B4-BE49-F238E27FC236}">
                <a16:creationId xmlns:a16="http://schemas.microsoft.com/office/drawing/2014/main" id="{A958D461-C1A8-495F-98CE-5B188CC5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" name="glow-top">
            <a:extLst xmlns:a="http://schemas.openxmlformats.org/drawingml/2006/main">
              <a:ext uri="{FF2B5EF4-FFF2-40B4-BE49-F238E27FC236}">
                <a16:creationId xmlns:a16="http://schemas.microsoft.com/office/drawing/2014/main" id="{4FC34BD5-FD8B-4E53-9B15-7D502C36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857250"/>
            <a:ext cx="3619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A882">
              <a:alpha val="9412"/>
            </a:srgbClr>
          </a:solidFill>
          <a:ln xmlns:a="http://schemas.openxmlformats.org/drawingml/2006/main" w="0">
            <a:solidFill>
              <a:srgbClr val="C4A882">
                <a:alpha val="9412"/>
              </a:srgbClr>
            </a:solidFill>
            <a:prstDash val="solid"/>
          </a:ln>
        </p:spPr>
      </p:sp>
      <p:sp>
        <p:nvSpPr>
          <p:cNvPr id="4" name="glow-bottom">
            <a:extLst xmlns:a="http://schemas.openxmlformats.org/drawingml/2006/main">
              <a:ext uri="{FF2B5EF4-FFF2-40B4-BE49-F238E27FC236}">
                <a16:creationId xmlns:a16="http://schemas.microsoft.com/office/drawing/2014/main" id="{6953AD93-4769-44BC-80D1-E392D66C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" y="4953000"/>
            <a:ext cx="26670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A7A">
              <a:alpha val="7843"/>
            </a:srgbClr>
          </a:solidFill>
          <a:ln xmlns:a="http://schemas.openxmlformats.org/drawingml/2006/main" w="0">
            <a:solidFill>
              <a:srgbClr val="5A6A7A">
                <a:alpha val="7843"/>
              </a:srgbClr>
            </a:solidFill>
            <a:prstDash val="solid"/>
          </a:ln>
        </p:spPr>
      </p:sp>
      <p:sp>
        <p:nvSpPr>
          <p:cNvPr id="5" name="grid-v-112">
            <a:extLst xmlns:a="http://schemas.openxmlformats.org/drawingml/2006/main">
              <a:ext uri="{FF2B5EF4-FFF2-40B4-BE49-F238E27FC236}">
                <a16:creationId xmlns:a16="http://schemas.microsoft.com/office/drawing/2014/main" id="{44A56FA0-64F4-45DB-9D3A-12B63DDB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" name="grid-v-408">
            <a:extLst xmlns:a="http://schemas.openxmlformats.org/drawingml/2006/main">
              <a:ext uri="{FF2B5EF4-FFF2-40B4-BE49-F238E27FC236}">
                <a16:creationId xmlns:a16="http://schemas.microsoft.com/office/drawing/2014/main" id="{DD3C90D6-430F-4481-A8FC-BE695FAA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7" name="grid-v-704">
            <a:extLst xmlns:a="http://schemas.openxmlformats.org/drawingml/2006/main">
              <a:ext uri="{FF2B5EF4-FFF2-40B4-BE49-F238E27FC236}">
                <a16:creationId xmlns:a16="http://schemas.microsoft.com/office/drawing/2014/main" id="{16BA3797-BEEA-4D97-B9C8-2492A496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8" name="grid-v-1000">
            <a:extLst xmlns:a="http://schemas.openxmlformats.org/drawingml/2006/main">
              <a:ext uri="{FF2B5EF4-FFF2-40B4-BE49-F238E27FC236}">
                <a16:creationId xmlns:a16="http://schemas.microsoft.com/office/drawing/2014/main" id="{75C62C32-5265-4400-A436-56B7485D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9" name="grid-h-160">
            <a:extLst xmlns:a="http://schemas.openxmlformats.org/drawingml/2006/main">
              <a:ext uri="{FF2B5EF4-FFF2-40B4-BE49-F238E27FC236}">
                <a16:creationId xmlns:a16="http://schemas.microsoft.com/office/drawing/2014/main" id="{1F45AE3D-978C-47EE-B8B1-EDA0C7C5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0" name="grid-h-304">
            <a:extLst xmlns:a="http://schemas.openxmlformats.org/drawingml/2006/main">
              <a:ext uri="{FF2B5EF4-FFF2-40B4-BE49-F238E27FC236}">
                <a16:creationId xmlns:a16="http://schemas.microsoft.com/office/drawing/2014/main" id="{A29F9406-BE8D-4517-9C0D-2E891A3E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1" name="grid-h-448">
            <a:extLst xmlns:a="http://schemas.openxmlformats.org/drawingml/2006/main">
              <a:ext uri="{FF2B5EF4-FFF2-40B4-BE49-F238E27FC236}">
                <a16:creationId xmlns:a16="http://schemas.microsoft.com/office/drawing/2014/main" id="{5F31D727-9EE8-490A-BE04-BE4E73A2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2" name="grid-h-592">
            <a:extLst xmlns:a="http://schemas.openxmlformats.org/drawingml/2006/main">
              <a:ext uri="{FF2B5EF4-FFF2-40B4-BE49-F238E27FC236}">
                <a16:creationId xmlns:a16="http://schemas.microsoft.com/office/drawing/2014/main" id="{578F2B02-D02D-4A98-AB62-9BEAB609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3" name="chrome-bar">
            <a:extLst xmlns:a="http://schemas.openxmlformats.org/drawingml/2006/main">
              <a:ext uri="{FF2B5EF4-FFF2-40B4-BE49-F238E27FC236}">
                <a16:creationId xmlns:a16="http://schemas.microsoft.com/office/drawing/2014/main" id="{79A8A2CC-5B5F-441A-B338-603C9D0B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4" name="chrome-dot">
            <a:extLst xmlns:a="http://schemas.openxmlformats.org/drawingml/2006/main">
              <a:ext uri="{FF2B5EF4-FFF2-40B4-BE49-F238E27FC236}">
                <a16:creationId xmlns:a16="http://schemas.microsoft.com/office/drawing/2014/main" id="{319B171A-6931-4402-96DB-C2B0E204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15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644302AE-58D2-428A-AEF8-0D6EA035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DiagramMaker AI workspace</a:t>
            </a:r>
          </a:p>
        </p:txBody>
      </p:sp>
      <p:sp>
        <p:nvSpPr>
          <p:cNvPr id="16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F18F4A32-8987-48E3-A932-E38263C7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rPr>
              <a:t>FEATURES</a:t>
            </a:r>
          </a:p>
        </p:txBody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0FBB5C6-5BD2-423C-BB1B-315D0EF0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62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7B1393F-EC49-4286-AA70-F5C8E299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38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735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B7355"/>
                </a:solidFill>
                <a:latin typeface="Aptos Mono"/>
                <a:ea typeface="Aptos Mono"/>
                <a:cs typeface="Aptos Mono"/>
              </a:rPr>
              <a:t>KEY FEATURES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55EA341E-1344-4432-85DE-875AF14A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rPr>
              <a:t>The best features are visible directly in the workspace, not just in a list.</a:t>
            </a:r>
          </a:p>
        </p:txBody>
      </p:sp>
      <p:sp>
        <p:nvSpPr>
          <p:cNvPr id="20" name="feature-shell">
            <a:extLst xmlns:a="http://schemas.openxmlformats.org/drawingml/2006/main">
              <a:ext uri="{FF2B5EF4-FFF2-40B4-BE49-F238E27FC236}">
                <a16:creationId xmlns:a16="http://schemas.microsoft.com/office/drawing/2014/main" id="{FF4271B9-1208-453A-AAEF-99738C3C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62865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1" name="feature-shell-header">
            <a:extLst xmlns:a="http://schemas.openxmlformats.org/drawingml/2006/main">
              <a:ext uri="{FF2B5EF4-FFF2-40B4-BE49-F238E27FC236}">
                <a16:creationId xmlns:a16="http://schemas.microsoft.com/office/drawing/2014/main" id="{C3EB8B51-A641-4AFC-84C4-6C160B20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22" name="feature-shell-icon">
            <a:extLst xmlns:a="http://schemas.openxmlformats.org/drawingml/2006/main">
              <a:ext uri="{FF2B5EF4-FFF2-40B4-BE49-F238E27FC236}">
                <a16:creationId xmlns:a16="http://schemas.microsoft.com/office/drawing/2014/main" id="{5A3780CB-EFF5-418F-A80E-BF3BF1DF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23" name="feature-shell-header-title">
            <a:extLst xmlns:a="http://schemas.openxmlformats.org/drawingml/2006/main">
              <a:ext uri="{FF2B5EF4-FFF2-40B4-BE49-F238E27FC236}">
                <a16:creationId xmlns:a16="http://schemas.microsoft.com/office/drawing/2014/main" id="{03042B50-C074-4BE5-AAC1-F6797C9E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DiagramMaker AI</a:t>
            </a:r>
          </a:p>
        </p:txBody>
      </p:sp>
      <p:sp>
        <p:nvSpPr>
          <p:cNvPr id="24" name="feature-shell-header-status">
            <a:extLst xmlns:a="http://schemas.openxmlformats.org/drawingml/2006/main">
              <a:ext uri="{FF2B5EF4-FFF2-40B4-BE49-F238E27FC236}">
                <a16:creationId xmlns:a16="http://schemas.microsoft.com/office/drawing/2014/main" id="{B8A965EF-D001-475F-82D2-AF442608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145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live prototype</a:t>
            </a:r>
          </a:p>
        </p:txBody>
      </p:sp>
      <p:sp>
        <p:nvSpPr>
          <p:cNvPr id="25" name="feature-shell-chat-bg">
            <a:extLst xmlns:a="http://schemas.openxmlformats.org/drawingml/2006/main">
              <a:ext uri="{FF2B5EF4-FFF2-40B4-BE49-F238E27FC236}">
                <a16:creationId xmlns:a16="http://schemas.microsoft.com/office/drawing/2014/main" id="{0AAEE970-1451-45C8-948C-C9A9D4BB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16954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26" name="feature-shell-settings-bg">
            <a:extLst xmlns:a="http://schemas.openxmlformats.org/drawingml/2006/main">
              <a:ext uri="{FF2B5EF4-FFF2-40B4-BE49-F238E27FC236}">
                <a16:creationId xmlns:a16="http://schemas.microsoft.com/office/drawing/2014/main" id="{F6CB5571-BB7F-496F-9C0D-1C9565D6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324100"/>
            <a:ext cx="138112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27" name="feature-shell-toolbar">
            <a:extLst xmlns:a="http://schemas.openxmlformats.org/drawingml/2006/main">
              <a:ext uri="{FF2B5EF4-FFF2-40B4-BE49-F238E27FC236}">
                <a16:creationId xmlns:a16="http://schemas.microsoft.com/office/drawing/2014/main" id="{2FD0B41C-3D85-481D-96F9-5FF5DB79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24100"/>
            <a:ext cx="3209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28" name="feature-shell-footer">
            <a:extLst xmlns:a="http://schemas.openxmlformats.org/drawingml/2006/main">
              <a:ext uri="{FF2B5EF4-FFF2-40B4-BE49-F238E27FC236}">
                <a16:creationId xmlns:a16="http://schemas.microsoft.com/office/drawing/2014/main" id="{60CABE36-F081-4A51-AE84-338C94C4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29250"/>
            <a:ext cx="3209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29" name="feature-shell-divider-left">
            <a:extLst xmlns:a="http://schemas.openxmlformats.org/drawingml/2006/main">
              <a:ext uri="{FF2B5EF4-FFF2-40B4-BE49-F238E27FC236}">
                <a16:creationId xmlns:a16="http://schemas.microsoft.com/office/drawing/2014/main" id="{74738984-5520-47E7-97AA-7AC9FBF4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24100"/>
            <a:ext cx="952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0" name="feature-shell-divider-right">
            <a:extLst xmlns:a="http://schemas.openxmlformats.org/drawingml/2006/main">
              <a:ext uri="{FF2B5EF4-FFF2-40B4-BE49-F238E27FC236}">
                <a16:creationId xmlns:a16="http://schemas.microsoft.com/office/drawing/2014/main" id="{C491DC91-2B85-48F1-BF72-BC7B3371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324100"/>
            <a:ext cx="952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1" name="feature-shell-canvas-bg">
            <a:extLst xmlns:a="http://schemas.openxmlformats.org/drawingml/2006/main">
              <a:ext uri="{FF2B5EF4-FFF2-40B4-BE49-F238E27FC236}">
                <a16:creationId xmlns:a16="http://schemas.microsoft.com/office/drawing/2014/main" id="{89F75604-4FCA-4558-BA22-AB69B29D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33650"/>
            <a:ext cx="32099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2" name="feature-shell-bubble-1">
            <a:extLst xmlns:a="http://schemas.openxmlformats.org/drawingml/2006/main">
              <a:ext uri="{FF2B5EF4-FFF2-40B4-BE49-F238E27FC236}">
                <a16:creationId xmlns:a16="http://schemas.microsoft.com/office/drawing/2014/main" id="{E074BE79-0690-44E7-9CF6-BC6DBA21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3" name="feature-shell-bubble-1-text">
            <a:extLst xmlns:a="http://schemas.openxmlformats.org/drawingml/2006/main">
              <a:ext uri="{FF2B5EF4-FFF2-40B4-BE49-F238E27FC236}">
                <a16:creationId xmlns:a16="http://schemas.microsoft.com/office/drawing/2014/main" id="{D5879A5C-5B71-495F-B655-6B04E50A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How should I design this system?</a:t>
            </a:r>
          </a:p>
        </p:txBody>
      </p:sp>
      <p:sp>
        <p:nvSpPr>
          <p:cNvPr id="34" name="feature-shell-bubble-2">
            <a:extLst xmlns:a="http://schemas.openxmlformats.org/drawingml/2006/main">
              <a:ext uri="{FF2B5EF4-FFF2-40B4-BE49-F238E27FC236}">
                <a16:creationId xmlns:a16="http://schemas.microsoft.com/office/drawing/2014/main" id="{CF5D3C74-2309-43F2-9AA1-40C7042D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276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9412"/>
            </a:srgbClr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35" name="feature-shell-bubble-2-text">
            <a:extLst xmlns:a="http://schemas.openxmlformats.org/drawingml/2006/main">
              <a:ext uri="{FF2B5EF4-FFF2-40B4-BE49-F238E27FC236}">
                <a16:creationId xmlns:a16="http://schemas.microsoft.com/office/drawing/2014/main" id="{A2040BCA-0D11-46DA-84E2-DD84B35E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1085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E8E4DF"/>
                </a:solidFill>
                <a:latin typeface="Aptos"/>
                <a:ea typeface="Aptos"/>
                <a:cs typeface="Aptos"/>
              </a:rPr>
              <a:t>Start with client, API service, and design store.</a:t>
            </a:r>
          </a:p>
        </p:txBody>
      </p:sp>
      <p:sp>
        <p:nvSpPr>
          <p:cNvPr id="36" name="feature-shell-bubble-3">
            <a:extLst xmlns:a="http://schemas.openxmlformats.org/drawingml/2006/main">
              <a:ext uri="{FF2B5EF4-FFF2-40B4-BE49-F238E27FC236}">
                <a16:creationId xmlns:a16="http://schemas.microsoft.com/office/drawing/2014/main" id="{5578ABAA-0BD2-493A-A0C5-B4613685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7" name="feature-shell-bubble-3-text">
            <a:extLst xmlns:a="http://schemas.openxmlformats.org/drawingml/2006/main">
              <a:ext uri="{FF2B5EF4-FFF2-40B4-BE49-F238E27FC236}">
                <a16:creationId xmlns:a16="http://schemas.microsoft.com/office/drawing/2014/main" id="{88D904BF-CD0B-41F1-A5E0-A7EB92F5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Can I add more nodes later?</a:t>
            </a:r>
          </a:p>
        </p:txBody>
      </p:sp>
      <p:sp>
        <p:nvSpPr>
          <p:cNvPr id="38" name="feature-shell-tool-1">
            <a:extLst xmlns:a="http://schemas.openxmlformats.org/drawingml/2006/main">
              <a:ext uri="{FF2B5EF4-FFF2-40B4-BE49-F238E27FC236}">
                <a16:creationId xmlns:a16="http://schemas.microsoft.com/office/drawing/2014/main" id="{B8A5036F-FA11-4B70-95E7-60D8688C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6220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9" name="feature-shell-tool-1-text">
            <a:extLst xmlns:a="http://schemas.openxmlformats.org/drawingml/2006/main">
              <a:ext uri="{FF2B5EF4-FFF2-40B4-BE49-F238E27FC236}">
                <a16:creationId xmlns:a16="http://schemas.microsoft.com/office/drawing/2014/main" id="{832D368F-AA86-4834-B67D-CA01DC99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003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defRPr>
            </a:pPr>
            <a:r>
              <a: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rPr>
              <a:t>add</a:t>
            </a:r>
          </a:p>
        </p:txBody>
      </p:sp>
      <p:sp>
        <p:nvSpPr>
          <p:cNvPr id="40" name="feature-shell-tool-2">
            <a:extLst xmlns:a="http://schemas.openxmlformats.org/drawingml/2006/main">
              <a:ext uri="{FF2B5EF4-FFF2-40B4-BE49-F238E27FC236}">
                <a16:creationId xmlns:a16="http://schemas.microsoft.com/office/drawing/2014/main" id="{9CBCCB90-D4C1-4689-BFC5-11259956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41" name="feature-shell-tool-2-text">
            <a:extLst xmlns:a="http://schemas.openxmlformats.org/drawingml/2006/main">
              <a:ext uri="{FF2B5EF4-FFF2-40B4-BE49-F238E27FC236}">
                <a16:creationId xmlns:a16="http://schemas.microsoft.com/office/drawing/2014/main" id="{9F7FB51D-BEEE-47E2-AA92-EAC6C3F2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defRPr>
            </a:pPr>
            <a:r>
              <a: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rPr>
              <a:t>connect</a:t>
            </a:r>
          </a:p>
        </p:txBody>
      </p:sp>
      <p:sp>
        <p:nvSpPr>
          <p:cNvPr id="42" name="feature-shell-tool-3">
            <a:extLst xmlns:a="http://schemas.openxmlformats.org/drawingml/2006/main">
              <a:ext uri="{FF2B5EF4-FFF2-40B4-BE49-F238E27FC236}">
                <a16:creationId xmlns:a16="http://schemas.microsoft.com/office/drawing/2014/main" id="{473011AD-AE98-4F16-BC0E-EB2F515A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6220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43" name="feature-shell-tool-3-text">
            <a:extLst xmlns:a="http://schemas.openxmlformats.org/drawingml/2006/main">
              <a:ext uri="{FF2B5EF4-FFF2-40B4-BE49-F238E27FC236}">
                <a16:creationId xmlns:a16="http://schemas.microsoft.com/office/drawing/2014/main" id="{3A8B44BF-D83D-45F2-B5B2-C466CF88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003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defRPr>
            </a:pPr>
            <a:r>
              <a: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rPr>
              <a:t>zoom</a:t>
            </a:r>
          </a:p>
        </p:txBody>
      </p:sp>
      <p:sp>
        <p:nvSpPr>
          <p:cNvPr id="44" name="feature-shell-edge-1">
            <a:extLst xmlns:a="http://schemas.openxmlformats.org/drawingml/2006/main">
              <a:ext uri="{FF2B5EF4-FFF2-40B4-BE49-F238E27FC236}">
                <a16:creationId xmlns:a16="http://schemas.microsoft.com/office/drawing/2014/main" id="{E599E3F2-BF67-4259-A037-A845230A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2420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20000"/>
            </a:srgbClr>
          </a:solidFill>
          <a:ln xmlns:a="http://schemas.openxmlformats.org/drawingml/2006/main" w="0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45" name="feature-shell-edge-2">
            <a:extLst xmlns:a="http://schemas.openxmlformats.org/drawingml/2006/main">
              <a:ext uri="{FF2B5EF4-FFF2-40B4-BE49-F238E27FC236}">
                <a16:creationId xmlns:a16="http://schemas.microsoft.com/office/drawing/2014/main" id="{D664F580-561C-4403-962A-98DE9519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2420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20000"/>
            </a:srgbClr>
          </a:solidFill>
          <a:ln xmlns:a="http://schemas.openxmlformats.org/drawingml/2006/main" w="0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46" name="feature-shell-node-1">
            <a:extLst xmlns:a="http://schemas.openxmlformats.org/drawingml/2006/main">
              <a:ext uri="{FF2B5EF4-FFF2-40B4-BE49-F238E27FC236}">
                <a16:creationId xmlns:a16="http://schemas.microsoft.com/office/drawing/2014/main" id="{B35D4991-9F3D-40F3-92B2-5443E9F1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908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47" name="feature-shell-node-1-text">
            <a:extLst xmlns:a="http://schemas.openxmlformats.org/drawingml/2006/main">
              <a:ext uri="{FF2B5EF4-FFF2-40B4-BE49-F238E27FC236}">
                <a16:creationId xmlns:a16="http://schemas.microsoft.com/office/drawing/2014/main" id="{8815F762-E41E-44E5-B901-2A40C4BF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48" name="feature-shell-node-2">
            <a:extLst xmlns:a="http://schemas.openxmlformats.org/drawingml/2006/main">
              <a:ext uri="{FF2B5EF4-FFF2-40B4-BE49-F238E27FC236}">
                <a16:creationId xmlns:a16="http://schemas.microsoft.com/office/drawing/2014/main" id="{1F6D5221-EFFB-438A-B946-BEB49F3B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908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49" name="feature-shell-node-2-text">
            <a:extLst xmlns:a="http://schemas.openxmlformats.org/drawingml/2006/main">
              <a:ext uri="{FF2B5EF4-FFF2-40B4-BE49-F238E27FC236}">
                <a16:creationId xmlns:a16="http://schemas.microsoft.com/office/drawing/2014/main" id="{9710352B-1BDE-4562-9399-FBF45EFD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50" name="feature-shell-node-3">
            <a:extLst xmlns:a="http://schemas.openxmlformats.org/drawingml/2006/main">
              <a:ext uri="{FF2B5EF4-FFF2-40B4-BE49-F238E27FC236}">
                <a16:creationId xmlns:a16="http://schemas.microsoft.com/office/drawing/2014/main" id="{56C12DB1-A246-4EE3-9965-EC584C56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51" name="feature-shell-node-3-text">
            <a:extLst xmlns:a="http://schemas.openxmlformats.org/drawingml/2006/main">
              <a:ext uri="{FF2B5EF4-FFF2-40B4-BE49-F238E27FC236}">
                <a16:creationId xmlns:a16="http://schemas.microsoft.com/office/drawing/2014/main" id="{9D354005-069E-4ACA-80FE-5E77023C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Store</a:t>
            </a:r>
          </a:p>
        </p:txBody>
      </p:sp>
      <p:sp>
        <p:nvSpPr>
          <p:cNvPr id="52" name="feature-shell-node-4">
            <a:extLst xmlns:a="http://schemas.openxmlformats.org/drawingml/2006/main">
              <a:ext uri="{FF2B5EF4-FFF2-40B4-BE49-F238E27FC236}">
                <a16:creationId xmlns:a16="http://schemas.microsoft.com/office/drawing/2014/main" id="{1768FC55-36DA-4AF6-8A70-CEBCEC3B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147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53" name="feature-shell-node-4-text">
            <a:extLst xmlns:a="http://schemas.openxmlformats.org/drawingml/2006/main">
              <a:ext uri="{FF2B5EF4-FFF2-40B4-BE49-F238E27FC236}">
                <a16:creationId xmlns:a16="http://schemas.microsoft.com/office/drawing/2014/main" id="{417293CA-AB3B-4C80-BC0A-4DD68866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719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AI Chat</a:t>
            </a:r>
          </a:p>
        </p:txBody>
      </p:sp>
      <p:sp>
        <p:nvSpPr>
          <p:cNvPr id="54" name="feature-shell-node-5">
            <a:extLst xmlns:a="http://schemas.openxmlformats.org/drawingml/2006/main">
              <a:ext uri="{FF2B5EF4-FFF2-40B4-BE49-F238E27FC236}">
                <a16:creationId xmlns:a16="http://schemas.microsoft.com/office/drawing/2014/main" id="{0379C197-0205-42AD-9EAE-3EBCE0C1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338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55" name="feature-shell-node-5-text">
            <a:extLst xmlns:a="http://schemas.openxmlformats.org/drawingml/2006/main">
              <a:ext uri="{FF2B5EF4-FFF2-40B4-BE49-F238E27FC236}">
                <a16:creationId xmlns:a16="http://schemas.microsoft.com/office/drawing/2014/main" id="{FE3A595F-8947-4BBE-BAB3-1AF55965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909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Canvas</a:t>
            </a:r>
          </a:p>
        </p:txBody>
      </p:sp>
      <p:sp>
        <p:nvSpPr>
          <p:cNvPr id="56" name="feature-shell-edge-3">
            <a:extLst xmlns:a="http://schemas.openxmlformats.org/drawingml/2006/main">
              <a:ext uri="{FF2B5EF4-FFF2-40B4-BE49-F238E27FC236}">
                <a16:creationId xmlns:a16="http://schemas.microsoft.com/office/drawing/2014/main" id="{A696C1FD-816D-4E47-98E0-1A59475F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481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57" name="feature-shell-settings-label-1">
            <a:extLst xmlns:a="http://schemas.openxmlformats.org/drawingml/2006/main">
              <a:ext uri="{FF2B5EF4-FFF2-40B4-BE49-F238E27FC236}">
                <a16:creationId xmlns:a16="http://schemas.microsoft.com/office/drawing/2014/main" id="{D2E77F8C-0314-4B38-9FBA-7A20FF66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495550"/>
            <a:ext cx="1152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CANVAS</a:t>
            </a:r>
          </a:p>
        </p:txBody>
      </p:sp>
      <p:sp>
        <p:nvSpPr>
          <p:cNvPr id="58" name="feature-shell-settings-line-1">
            <a:extLst xmlns:a="http://schemas.openxmlformats.org/drawingml/2006/main">
              <a:ext uri="{FF2B5EF4-FFF2-40B4-BE49-F238E27FC236}">
                <a16:creationId xmlns:a16="http://schemas.microsoft.com/office/drawing/2014/main" id="{86BEF95F-07A0-4BDF-A39B-4441D4B3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05100"/>
            <a:ext cx="1152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59" name="feature-shell-settings-pill-1">
            <a:extLst xmlns:a="http://schemas.openxmlformats.org/drawingml/2006/main">
              <a:ext uri="{FF2B5EF4-FFF2-40B4-BE49-F238E27FC236}">
                <a16:creationId xmlns:a16="http://schemas.microsoft.com/office/drawing/2014/main" id="{59C96712-E8A1-4990-A681-D53DEC49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819400"/>
            <a:ext cx="1152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0" name="feature-shell-settings-label-2">
            <a:extLst xmlns:a="http://schemas.openxmlformats.org/drawingml/2006/main">
              <a:ext uri="{FF2B5EF4-FFF2-40B4-BE49-F238E27FC236}">
                <a16:creationId xmlns:a16="http://schemas.microsoft.com/office/drawing/2014/main" id="{D9C9B995-155E-4CFB-AAFA-E7A72A5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181350"/>
            <a:ext cx="1152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NODE STYLE</a:t>
            </a:r>
          </a:p>
        </p:txBody>
      </p:sp>
      <p:sp>
        <p:nvSpPr>
          <p:cNvPr id="61" name="feature-shell-settings-line-2">
            <a:extLst xmlns:a="http://schemas.openxmlformats.org/drawingml/2006/main">
              <a:ext uri="{FF2B5EF4-FFF2-40B4-BE49-F238E27FC236}">
                <a16:creationId xmlns:a16="http://schemas.microsoft.com/office/drawing/2014/main" id="{DF615341-2500-4AD6-B3DC-9FCDD868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390900"/>
            <a:ext cx="1152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2" name="feature-shell-settings-pill-2">
            <a:extLst xmlns:a="http://schemas.openxmlformats.org/drawingml/2006/main">
              <a:ext uri="{FF2B5EF4-FFF2-40B4-BE49-F238E27FC236}">
                <a16:creationId xmlns:a16="http://schemas.microsoft.com/office/drawing/2014/main" id="{4D5791E2-42C6-44A4-A71B-726FF420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505200"/>
            <a:ext cx="1152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3" name="feature-shell-settings-label-3">
            <a:extLst xmlns:a="http://schemas.openxmlformats.org/drawingml/2006/main">
              <a:ext uri="{FF2B5EF4-FFF2-40B4-BE49-F238E27FC236}">
                <a16:creationId xmlns:a16="http://schemas.microsoft.com/office/drawing/2014/main" id="{6A5E0B78-51A0-45D4-A393-F3CBC105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867150"/>
            <a:ext cx="1152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ACTIONS</a:t>
            </a:r>
          </a:p>
        </p:txBody>
      </p:sp>
      <p:sp>
        <p:nvSpPr>
          <p:cNvPr id="64" name="feature-shell-settings-line-3">
            <a:extLst xmlns:a="http://schemas.openxmlformats.org/drawingml/2006/main">
              <a:ext uri="{FF2B5EF4-FFF2-40B4-BE49-F238E27FC236}">
                <a16:creationId xmlns:a16="http://schemas.microsoft.com/office/drawing/2014/main" id="{B6CF308F-0C08-4BFF-8B9D-E239CBD2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076700"/>
            <a:ext cx="1152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5" name="feature-shell-settings-pill-3">
            <a:extLst xmlns:a="http://schemas.openxmlformats.org/drawingml/2006/main">
              <a:ext uri="{FF2B5EF4-FFF2-40B4-BE49-F238E27FC236}">
                <a16:creationId xmlns:a16="http://schemas.microsoft.com/office/drawing/2014/main" id="{1EBAC2BE-106F-4D09-B7D3-FA95A6B7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191000"/>
            <a:ext cx="1152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6" name="feature-shell-canvas-info">
            <a:extLst xmlns:a="http://schemas.openxmlformats.org/drawingml/2006/main">
              <a:ext uri="{FF2B5EF4-FFF2-40B4-BE49-F238E27FC236}">
                <a16:creationId xmlns:a16="http://schemas.microsoft.com/office/drawing/2014/main" id="{94F9ACA7-02A8-4F7E-9A17-538BF51C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67350"/>
            <a:ext cx="114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4A4540"/>
                </a:solidFill>
                <a:latin typeface="Aptos Mono"/>
                <a:ea typeface="Aptos Mono"/>
                <a:cs typeface="Aptos Mono"/>
              </a:defRPr>
            </a:pPr>
            <a:r>
              <a:rPr sz="525" b="0">
                <a:solidFill>
                  <a:srgbClr val="4A4540"/>
                </a:solidFill>
                <a:latin typeface="Aptos Mono"/>
                <a:ea typeface="Aptos Mono"/>
                <a:cs typeface="Aptos Mono"/>
              </a:rPr>
              <a:t>Nodes 5   Edges 3</a:t>
            </a:r>
          </a:p>
        </p:txBody>
      </p:sp>
      <p:sp>
        <p:nvSpPr>
          <p:cNvPr id="67" name="feature-callout-1">
            <a:extLst xmlns:a="http://schemas.openxmlformats.org/drawingml/2006/main">
              <a:ext uri="{FF2B5EF4-FFF2-40B4-BE49-F238E27FC236}">
                <a16:creationId xmlns:a16="http://schemas.microsoft.com/office/drawing/2014/main" id="{C6124E4D-9118-46E0-A418-73CE4132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1455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68" name="feature-callout-1-accent">
            <a:extLst xmlns:a="http://schemas.openxmlformats.org/drawingml/2006/main">
              <a:ext uri="{FF2B5EF4-FFF2-40B4-BE49-F238E27FC236}">
                <a16:creationId xmlns:a16="http://schemas.microsoft.com/office/drawing/2014/main" id="{A92873AA-17C0-4485-A815-BF106DD3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1455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69" name="feature-callout-1-eyebrow">
            <a:extLst xmlns:a="http://schemas.openxmlformats.org/drawingml/2006/main">
              <a:ext uri="{FF2B5EF4-FFF2-40B4-BE49-F238E27FC236}">
                <a16:creationId xmlns:a16="http://schemas.microsoft.com/office/drawing/2014/main" id="{C034BEB4-E5AB-44D7-BC77-BD56D64C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CHAT PANEL</a:t>
            </a:r>
          </a:p>
        </p:txBody>
      </p:sp>
      <p:sp>
        <p:nvSpPr>
          <p:cNvPr id="70" name="feature-callout-1-title">
            <a:extLst xmlns:a="http://schemas.openxmlformats.org/drawingml/2006/main">
              <a:ext uri="{FF2B5EF4-FFF2-40B4-BE49-F238E27FC236}">
                <a16:creationId xmlns:a16="http://schemas.microsoft.com/office/drawing/2014/main" id="{3FCD5F2F-6A98-4C50-A63E-9FEEBC50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AI guidance</a:t>
            </a:r>
          </a:p>
        </p:txBody>
      </p:sp>
      <p:sp>
        <p:nvSpPr>
          <p:cNvPr id="71" name="feature-callout-1-body">
            <a:extLst xmlns:a="http://schemas.openxmlformats.org/drawingml/2006/main">
              <a:ext uri="{FF2B5EF4-FFF2-40B4-BE49-F238E27FC236}">
                <a16:creationId xmlns:a16="http://schemas.microsoft.com/office/drawing/2014/main" id="{AAE519C5-8CB0-4BD0-8A0F-4738AA2E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3086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Users can ask about architecture while planning the design.</a:t>
            </a:r>
          </a:p>
        </p:txBody>
      </p:sp>
      <p:sp>
        <p:nvSpPr>
          <p:cNvPr id="72" name="feature-callout-2">
            <a:extLst xmlns:a="http://schemas.openxmlformats.org/drawingml/2006/main">
              <a:ext uri="{FF2B5EF4-FFF2-40B4-BE49-F238E27FC236}">
                <a16:creationId xmlns:a16="http://schemas.microsoft.com/office/drawing/2014/main" id="{D58FD22F-4191-4205-808B-318E6880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73" name="feature-callout-2-accent">
            <a:extLst xmlns:a="http://schemas.openxmlformats.org/drawingml/2006/main">
              <a:ext uri="{FF2B5EF4-FFF2-40B4-BE49-F238E27FC236}">
                <a16:creationId xmlns:a16="http://schemas.microsoft.com/office/drawing/2014/main" id="{598EE915-8D42-4DF7-8CC7-42BB7FEA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74" name="feature-callout-2-eyebrow">
            <a:extLst xmlns:a="http://schemas.openxmlformats.org/drawingml/2006/main">
              <a:ext uri="{FF2B5EF4-FFF2-40B4-BE49-F238E27FC236}">
                <a16:creationId xmlns:a16="http://schemas.microsoft.com/office/drawing/2014/main" id="{0CF5EC2C-0212-4A46-B7FB-D006798E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CANVAS</a:t>
            </a:r>
          </a:p>
        </p:txBody>
      </p:sp>
      <p:sp>
        <p:nvSpPr>
          <p:cNvPr id="75" name="feature-callout-2-title">
            <a:extLst xmlns:a="http://schemas.openxmlformats.org/drawingml/2006/main">
              <a:ext uri="{FF2B5EF4-FFF2-40B4-BE49-F238E27FC236}">
                <a16:creationId xmlns:a16="http://schemas.microsoft.com/office/drawing/2014/main" id="{B0EF8406-752A-4AC2-BFE8-56FE7056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766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Editable diagram area</a:t>
            </a:r>
          </a:p>
        </p:txBody>
      </p:sp>
      <p:sp>
        <p:nvSpPr>
          <p:cNvPr id="76" name="feature-callout-2-body">
            <a:extLst xmlns:a="http://schemas.openxmlformats.org/drawingml/2006/main">
              <a:ext uri="{FF2B5EF4-FFF2-40B4-BE49-F238E27FC236}">
                <a16:creationId xmlns:a16="http://schemas.microsoft.com/office/drawing/2014/main" id="{E4288B96-F9B7-4A83-9A1F-13D90A9E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76650"/>
            <a:ext cx="3086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The canvas supports node creation, connection, update, and removal.</a:t>
            </a:r>
          </a:p>
        </p:txBody>
      </p:sp>
      <p:sp>
        <p:nvSpPr>
          <p:cNvPr id="77" name="feature-callout-3">
            <a:extLst xmlns:a="http://schemas.openxmlformats.org/drawingml/2006/main">
              <a:ext uri="{FF2B5EF4-FFF2-40B4-BE49-F238E27FC236}">
                <a16:creationId xmlns:a16="http://schemas.microsoft.com/office/drawing/2014/main" id="{A6FCC750-FCE3-4823-8ED5-156FAA78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9575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78" name="feature-callout-3-accent">
            <a:extLst xmlns:a="http://schemas.openxmlformats.org/drawingml/2006/main">
              <a:ext uri="{FF2B5EF4-FFF2-40B4-BE49-F238E27FC236}">
                <a16:creationId xmlns:a16="http://schemas.microsoft.com/office/drawing/2014/main" id="{A959EA26-B9E8-4A0D-87A9-3129C301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9575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79" name="feature-callout-3-eyebrow">
            <a:extLst xmlns:a="http://schemas.openxmlformats.org/drawingml/2006/main">
              <a:ext uri="{FF2B5EF4-FFF2-40B4-BE49-F238E27FC236}">
                <a16:creationId xmlns:a16="http://schemas.microsoft.com/office/drawing/2014/main" id="{4EA3481B-AF59-4842-94B7-A0C92573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2910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STATE</a:t>
            </a:r>
          </a:p>
        </p:txBody>
      </p:sp>
      <p:sp>
        <p:nvSpPr>
          <p:cNvPr id="80" name="feature-callout-3-title">
            <a:extLst xmlns:a="http://schemas.openxmlformats.org/drawingml/2006/main">
              <a:ext uri="{FF2B5EF4-FFF2-40B4-BE49-F238E27FC236}">
                <a16:creationId xmlns:a16="http://schemas.microsoft.com/office/drawing/2014/main" id="{1C7E581C-FADC-4CC6-975E-D277FA3E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672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Structured saving</a:t>
            </a:r>
          </a:p>
        </p:txBody>
      </p:sp>
      <p:sp>
        <p:nvSpPr>
          <p:cNvPr id="81" name="feature-callout-3-body">
            <a:extLst xmlns:a="http://schemas.openxmlformats.org/drawingml/2006/main">
              <a:ext uri="{FF2B5EF4-FFF2-40B4-BE49-F238E27FC236}">
                <a16:creationId xmlns:a16="http://schemas.microsoft.com/office/drawing/2014/main" id="{C39573E7-7026-4B48-92F8-BDEC8F65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67250"/>
            <a:ext cx="3086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The design stays organized instead of becoming random or disconnected.</a:t>
            </a:r>
          </a:p>
        </p:txBody>
      </p:sp>
      <p:sp>
        <p:nvSpPr>
          <p:cNvPr id="82" name="feature-callout-4">
            <a:extLst xmlns:a="http://schemas.openxmlformats.org/drawingml/2006/main">
              <a:ext uri="{FF2B5EF4-FFF2-40B4-BE49-F238E27FC236}">
                <a16:creationId xmlns:a16="http://schemas.microsoft.com/office/drawing/2014/main" id="{17308E95-3B2E-492C-B5A2-36A5EC1C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7059"/>
            </a:srgbClr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83" name="feature-callout-4-accent">
            <a:extLst xmlns:a="http://schemas.openxmlformats.org/drawingml/2006/main">
              <a:ext uri="{FF2B5EF4-FFF2-40B4-BE49-F238E27FC236}">
                <a16:creationId xmlns:a16="http://schemas.microsoft.com/office/drawing/2014/main" id="{EA1FD04D-02D7-435A-8A98-1AA3526C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84" name="feature-callout-4-title">
            <a:extLst xmlns:a="http://schemas.openxmlformats.org/drawingml/2006/main">
              <a:ext uri="{FF2B5EF4-FFF2-40B4-BE49-F238E27FC236}">
                <a16:creationId xmlns:a16="http://schemas.microsoft.com/office/drawing/2014/main" id="{572286B1-FD7B-46EA-B14B-499ECFEC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578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Overall value</a:t>
            </a:r>
          </a:p>
        </p:txBody>
      </p:sp>
      <p:sp>
        <p:nvSpPr>
          <p:cNvPr id="85" name="feature-callout-4-body">
            <a:extLst xmlns:a="http://schemas.openxmlformats.org/drawingml/2006/main">
              <a:ext uri="{FF2B5EF4-FFF2-40B4-BE49-F238E27FC236}">
                <a16:creationId xmlns:a16="http://schemas.microsoft.com/office/drawing/2014/main" id="{885E2CFE-523B-4CC5-8150-2D529C0F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43550"/>
            <a:ext cx="3086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One workspace for thinking, editing, and explaining.</a:t>
            </a:r>
          </a:p>
        </p:txBody>
      </p:sp>
      <p:sp>
        <p:nvSpPr>
          <p:cNvPr id="86" name="footer">
            <a:extLst xmlns:a="http://schemas.openxmlformats.org/drawingml/2006/main">
              <a:ext uri="{FF2B5EF4-FFF2-40B4-BE49-F238E27FC236}">
                <a16:creationId xmlns:a16="http://schemas.microsoft.com/office/drawing/2014/main" id="{6B2FE304-CEE6-428F-91C7-0CA854D4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rPr>
              <a:t>AI Based Diagram Maker</a:t>
            </a:r>
          </a:p>
        </p:txBody>
      </p:sp>
    </p:spTree>
    <p:extLst>
      <p:ext uri="{BB962C8B-B14F-4D97-AF65-F5344CB8AC3E}">
        <p14:creationId xmlns:p14="http://schemas.microsoft.com/office/powerpoint/2010/main" val="557145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C597C7B-C3FE-4D92-B3C8-C93D6BFD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main-frame">
            <a:extLst xmlns:a="http://schemas.openxmlformats.org/drawingml/2006/main">
              <a:ext uri="{FF2B5EF4-FFF2-40B4-BE49-F238E27FC236}">
                <a16:creationId xmlns:a16="http://schemas.microsoft.com/office/drawing/2014/main" id="{0CC485F2-F399-4F34-ABDB-0D5EF96A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" name="glow-top">
            <a:extLst xmlns:a="http://schemas.openxmlformats.org/drawingml/2006/main">
              <a:ext uri="{FF2B5EF4-FFF2-40B4-BE49-F238E27FC236}">
                <a16:creationId xmlns:a16="http://schemas.microsoft.com/office/drawing/2014/main" id="{A3C02CFE-4858-4A58-8D2C-EFFC42C5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857250"/>
            <a:ext cx="3619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A882">
              <a:alpha val="9412"/>
            </a:srgbClr>
          </a:solidFill>
          <a:ln xmlns:a="http://schemas.openxmlformats.org/drawingml/2006/main" w="0">
            <a:solidFill>
              <a:srgbClr val="C4A882">
                <a:alpha val="9412"/>
              </a:srgbClr>
            </a:solidFill>
            <a:prstDash val="solid"/>
          </a:ln>
        </p:spPr>
      </p:sp>
      <p:sp>
        <p:nvSpPr>
          <p:cNvPr id="4" name="glow-bottom">
            <a:extLst xmlns:a="http://schemas.openxmlformats.org/drawingml/2006/main">
              <a:ext uri="{FF2B5EF4-FFF2-40B4-BE49-F238E27FC236}">
                <a16:creationId xmlns:a16="http://schemas.microsoft.com/office/drawing/2014/main" id="{3A8F9C55-7C61-42C6-86A1-6398C458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" y="4953000"/>
            <a:ext cx="26670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A7A">
              <a:alpha val="7843"/>
            </a:srgbClr>
          </a:solidFill>
          <a:ln xmlns:a="http://schemas.openxmlformats.org/drawingml/2006/main" w="0">
            <a:solidFill>
              <a:srgbClr val="5A6A7A">
                <a:alpha val="7843"/>
              </a:srgbClr>
            </a:solidFill>
            <a:prstDash val="solid"/>
          </a:ln>
        </p:spPr>
      </p:sp>
      <p:sp>
        <p:nvSpPr>
          <p:cNvPr id="5" name="grid-v-112">
            <a:extLst xmlns:a="http://schemas.openxmlformats.org/drawingml/2006/main">
              <a:ext uri="{FF2B5EF4-FFF2-40B4-BE49-F238E27FC236}">
                <a16:creationId xmlns:a16="http://schemas.microsoft.com/office/drawing/2014/main" id="{E1F3A3F8-5514-4288-A519-BDF8CA0A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" name="grid-v-408">
            <a:extLst xmlns:a="http://schemas.openxmlformats.org/drawingml/2006/main">
              <a:ext uri="{FF2B5EF4-FFF2-40B4-BE49-F238E27FC236}">
                <a16:creationId xmlns:a16="http://schemas.microsoft.com/office/drawing/2014/main" id="{7012E678-25DE-4F0E-A763-ED2A405B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7" name="grid-v-704">
            <a:extLst xmlns:a="http://schemas.openxmlformats.org/drawingml/2006/main">
              <a:ext uri="{FF2B5EF4-FFF2-40B4-BE49-F238E27FC236}">
                <a16:creationId xmlns:a16="http://schemas.microsoft.com/office/drawing/2014/main" id="{BFC59949-D1BD-4BD6-9228-6DA3E48E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8" name="grid-v-1000">
            <a:extLst xmlns:a="http://schemas.openxmlformats.org/drawingml/2006/main">
              <a:ext uri="{FF2B5EF4-FFF2-40B4-BE49-F238E27FC236}">
                <a16:creationId xmlns:a16="http://schemas.microsoft.com/office/drawing/2014/main" id="{B8B4BB34-C481-4985-B5C1-64416BFD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9" name="grid-h-160">
            <a:extLst xmlns:a="http://schemas.openxmlformats.org/drawingml/2006/main">
              <a:ext uri="{FF2B5EF4-FFF2-40B4-BE49-F238E27FC236}">
                <a16:creationId xmlns:a16="http://schemas.microsoft.com/office/drawing/2014/main" id="{19EFD5DA-3596-4EC2-997F-7D4BC1AC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0" name="grid-h-304">
            <a:extLst xmlns:a="http://schemas.openxmlformats.org/drawingml/2006/main">
              <a:ext uri="{FF2B5EF4-FFF2-40B4-BE49-F238E27FC236}">
                <a16:creationId xmlns:a16="http://schemas.microsoft.com/office/drawing/2014/main" id="{EED12187-E4F8-4540-936B-EB7A343B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1" name="grid-h-448">
            <a:extLst xmlns:a="http://schemas.openxmlformats.org/drawingml/2006/main">
              <a:ext uri="{FF2B5EF4-FFF2-40B4-BE49-F238E27FC236}">
                <a16:creationId xmlns:a16="http://schemas.microsoft.com/office/drawing/2014/main" id="{34E1FA16-97BE-43E5-AC58-4B2B031B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2" name="grid-h-592">
            <a:extLst xmlns:a="http://schemas.openxmlformats.org/drawingml/2006/main">
              <a:ext uri="{FF2B5EF4-FFF2-40B4-BE49-F238E27FC236}">
                <a16:creationId xmlns:a16="http://schemas.microsoft.com/office/drawing/2014/main" id="{F2644991-ACCE-44FB-9987-69DBC0C7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3" name="chrome-bar">
            <a:extLst xmlns:a="http://schemas.openxmlformats.org/drawingml/2006/main">
              <a:ext uri="{FF2B5EF4-FFF2-40B4-BE49-F238E27FC236}">
                <a16:creationId xmlns:a16="http://schemas.microsoft.com/office/drawing/2014/main" id="{17EA1D31-4851-44B5-BE12-9F6614CF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4" name="chrome-dot">
            <a:extLst xmlns:a="http://schemas.openxmlformats.org/drawingml/2006/main">
              <a:ext uri="{FF2B5EF4-FFF2-40B4-BE49-F238E27FC236}">
                <a16:creationId xmlns:a16="http://schemas.microsoft.com/office/drawing/2014/main" id="{E6DD80B6-7B1E-452F-8BDF-89173D10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15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1FA14415-A26F-420E-A72F-89682C00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DiagramMaker AI workspace</a:t>
            </a:r>
          </a:p>
        </p:txBody>
      </p:sp>
      <p:sp>
        <p:nvSpPr>
          <p:cNvPr id="16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4DCC4247-B877-4EFE-8420-8408F997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rPr>
              <a:t>TECH</a:t>
            </a:r>
          </a:p>
        </p:txBody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C0F746-C5C7-4B12-8369-01B89D93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62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5C619C8-0590-4005-ACD4-CEDCC297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38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735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B7355"/>
                </a:solidFill>
                <a:latin typeface="Aptos Mono"/>
                <a:ea typeface="Aptos Mono"/>
                <a:cs typeface="Aptos Mono"/>
              </a:rPr>
              <a:t>TECH USED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D578F66A-68E8-4A5F-848B-722B81C8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rPr>
              <a:t>The technology stack stays simple and supports the product without becoming the main story.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3495087E-2DFB-4B7D-BF3D-ACEE2CEE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This slide keeps the technology overview short and readable for presentation purposes.</a:t>
            </a:r>
          </a:p>
        </p:txBody>
      </p:sp>
      <p:sp>
        <p:nvSpPr>
          <p:cNvPr id="21" name="tech-layer-1">
            <a:extLst xmlns:a="http://schemas.openxmlformats.org/drawingml/2006/main">
              <a:ext uri="{FF2B5EF4-FFF2-40B4-BE49-F238E27FC236}">
                <a16:creationId xmlns:a16="http://schemas.microsoft.com/office/drawing/2014/main" id="{3D5F49B9-F3AE-444E-942C-5390DC2B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19400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2" name="tech-layer-1-accent">
            <a:extLst xmlns:a="http://schemas.openxmlformats.org/drawingml/2006/main">
              <a:ext uri="{FF2B5EF4-FFF2-40B4-BE49-F238E27FC236}">
                <a16:creationId xmlns:a16="http://schemas.microsoft.com/office/drawing/2014/main" id="{61815B72-97A4-460F-94A1-C6C2246B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194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23" name="tech-layer-1-eyebrow">
            <a:extLst xmlns:a="http://schemas.openxmlformats.org/drawingml/2006/main">
              <a:ext uri="{FF2B5EF4-FFF2-40B4-BE49-F238E27FC236}">
                <a16:creationId xmlns:a16="http://schemas.microsoft.com/office/drawing/2014/main" id="{F53B1917-B3CA-4378-9595-9AE5BE18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937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FRONTEND LAYER</a:t>
            </a:r>
          </a:p>
        </p:txBody>
      </p:sp>
      <p:sp>
        <p:nvSpPr>
          <p:cNvPr id="24" name="tech-layer-1-title">
            <a:extLst xmlns:a="http://schemas.openxmlformats.org/drawingml/2006/main">
              <a:ext uri="{FF2B5EF4-FFF2-40B4-BE49-F238E27FC236}">
                <a16:creationId xmlns:a16="http://schemas.microsoft.com/office/drawing/2014/main" id="{6A192D2E-D3A7-442E-986E-D60E58D3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90850"/>
            <a:ext cx="937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Vite + JavaScript + Cytoscape</a:t>
            </a:r>
          </a:p>
        </p:txBody>
      </p:sp>
      <p:sp>
        <p:nvSpPr>
          <p:cNvPr id="25" name="tech-layer-1-body">
            <a:extLst xmlns:a="http://schemas.openxmlformats.org/drawingml/2006/main">
              <a:ext uri="{FF2B5EF4-FFF2-40B4-BE49-F238E27FC236}">
                <a16:creationId xmlns:a16="http://schemas.microsoft.com/office/drawing/2014/main" id="{C8F04CCF-DCDF-47C2-BEBB-6B95FD3E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937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Used to create the interface and the interactive diagram canvas.</a:t>
            </a:r>
          </a:p>
        </p:txBody>
      </p:sp>
      <p:sp>
        <p:nvSpPr>
          <p:cNvPr id="26" name="tech-layer-2">
            <a:extLst xmlns:a="http://schemas.openxmlformats.org/drawingml/2006/main">
              <a:ext uri="{FF2B5EF4-FFF2-40B4-BE49-F238E27FC236}">
                <a16:creationId xmlns:a16="http://schemas.microsoft.com/office/drawing/2014/main" id="{D88A2434-E23D-4516-B5B3-BE5B3604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5285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7" name="tech-layer-2-accent">
            <a:extLst xmlns:a="http://schemas.openxmlformats.org/drawingml/2006/main">
              <a:ext uri="{FF2B5EF4-FFF2-40B4-BE49-F238E27FC236}">
                <a16:creationId xmlns:a16="http://schemas.microsoft.com/office/drawing/2014/main" id="{B5DB8DD5-BF5B-46BE-B9CA-FF1D2377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52850"/>
            <a:ext cx="876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28" name="tech-layer-2-eyebrow">
            <a:extLst xmlns:a="http://schemas.openxmlformats.org/drawingml/2006/main">
              <a:ext uri="{FF2B5EF4-FFF2-40B4-BE49-F238E27FC236}">
                <a16:creationId xmlns:a16="http://schemas.microsoft.com/office/drawing/2014/main" id="{3FE92312-7BCE-4385-BDC9-1D76ACD6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86200"/>
            <a:ext cx="842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BACKEND LAYER</a:t>
            </a:r>
          </a:p>
        </p:txBody>
      </p:sp>
      <p:sp>
        <p:nvSpPr>
          <p:cNvPr id="29" name="tech-layer-2-title">
            <a:extLst xmlns:a="http://schemas.openxmlformats.org/drawingml/2006/main">
              <a:ext uri="{FF2B5EF4-FFF2-40B4-BE49-F238E27FC236}">
                <a16:creationId xmlns:a16="http://schemas.microsoft.com/office/drawing/2014/main" id="{679C96D8-1495-4FE1-9414-AA92CD38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24300"/>
            <a:ext cx="842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30" name="tech-layer-2-body">
            <a:extLst xmlns:a="http://schemas.openxmlformats.org/drawingml/2006/main">
              <a:ext uri="{FF2B5EF4-FFF2-40B4-BE49-F238E27FC236}">
                <a16:creationId xmlns:a16="http://schemas.microsoft.com/office/drawing/2014/main" id="{AA14B861-AF6A-4A39-B438-50BF8596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24350"/>
            <a:ext cx="8420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Handles application logic, validated operations, and communication with the interface.</a:t>
            </a:r>
          </a:p>
        </p:txBody>
      </p:sp>
      <p:sp>
        <p:nvSpPr>
          <p:cNvPr id="31" name="tech-layer-3">
            <a:extLst xmlns:a="http://schemas.openxmlformats.org/drawingml/2006/main">
              <a:ext uri="{FF2B5EF4-FFF2-40B4-BE49-F238E27FC236}">
                <a16:creationId xmlns:a16="http://schemas.microsoft.com/office/drawing/2014/main" id="{9A0A7A9D-0BC1-455C-BF77-747E9279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863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2" name="tech-layer-3-accent">
            <a:extLst xmlns:a="http://schemas.openxmlformats.org/drawingml/2006/main">
              <a:ext uri="{FF2B5EF4-FFF2-40B4-BE49-F238E27FC236}">
                <a16:creationId xmlns:a16="http://schemas.microsoft.com/office/drawing/2014/main" id="{8E4B54C7-9FFE-42E4-BC02-A28760CC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86300"/>
            <a:ext cx="781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33" name="tech-layer-3-eyebrow">
            <a:extLst xmlns:a="http://schemas.openxmlformats.org/drawingml/2006/main">
              <a:ext uri="{FF2B5EF4-FFF2-40B4-BE49-F238E27FC236}">
                <a16:creationId xmlns:a16="http://schemas.microsoft.com/office/drawing/2014/main" id="{5F93C1E9-500B-4A0C-8FAE-306A1C24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9650"/>
            <a:ext cx="7467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AI + STORAGE</a:t>
            </a:r>
          </a:p>
        </p:txBody>
      </p:sp>
      <p:sp>
        <p:nvSpPr>
          <p:cNvPr id="34" name="tech-layer-3-title">
            <a:extLst xmlns:a="http://schemas.openxmlformats.org/drawingml/2006/main">
              <a:ext uri="{FF2B5EF4-FFF2-40B4-BE49-F238E27FC236}">
                <a16:creationId xmlns:a16="http://schemas.microsoft.com/office/drawing/2014/main" id="{D42D7D10-0E97-4E1D-8FB2-C77F77D8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57750"/>
            <a:ext cx="7467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Groq + JSON design state</a:t>
            </a:r>
          </a:p>
        </p:txBody>
      </p:sp>
      <p:sp>
        <p:nvSpPr>
          <p:cNvPr id="35" name="tech-layer-3-body">
            <a:extLst xmlns:a="http://schemas.openxmlformats.org/drawingml/2006/main">
              <a:ext uri="{FF2B5EF4-FFF2-40B4-BE49-F238E27FC236}">
                <a16:creationId xmlns:a16="http://schemas.microsoft.com/office/drawing/2014/main" id="{A21D015B-3E16-4AAD-BBCD-EDC29D1E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57800"/>
            <a:ext cx="7467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Groq supports the architecture chat, while a JSON document stores the diagram structure.</a:t>
            </a:r>
          </a:p>
        </p:txBody>
      </p:sp>
      <p:sp>
        <p:nvSpPr>
          <p:cNvPr id="36" name="tech-tag">
            <a:extLst xmlns:a="http://schemas.openxmlformats.org/drawingml/2006/main">
              <a:ext uri="{FF2B5EF4-FFF2-40B4-BE49-F238E27FC236}">
                <a16:creationId xmlns:a16="http://schemas.microsoft.com/office/drawing/2014/main" id="{238C6E5A-69FD-4092-A1F4-2B8CB9FD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145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7" name="tech-tag-text">
            <a:extLst xmlns:a="http://schemas.openxmlformats.org/drawingml/2006/main">
              <a:ext uri="{FF2B5EF4-FFF2-40B4-BE49-F238E27FC236}">
                <a16:creationId xmlns:a16="http://schemas.microsoft.com/office/drawing/2014/main" id="{58EC25CD-8344-49FF-81F5-D6691A7C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526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8E4D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E8E4DF"/>
                </a:solidFill>
                <a:latin typeface="Aptos Mono"/>
                <a:ea typeface="Aptos Mono"/>
                <a:cs typeface="Aptos Mono"/>
              </a:rPr>
              <a:t>LIGHT OVERVIEW</a:t>
            </a:r>
          </a:p>
        </p:txBody>
      </p:sp>
      <p:sp>
        <p:nvSpPr>
          <p:cNvPr id="38" name="footer">
            <a:extLst xmlns:a="http://schemas.openxmlformats.org/drawingml/2006/main">
              <a:ext uri="{FF2B5EF4-FFF2-40B4-BE49-F238E27FC236}">
                <a16:creationId xmlns:a16="http://schemas.microsoft.com/office/drawing/2014/main" id="{55700CED-5D33-4C0B-9010-56E9E006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rPr>
              <a:t>AI Based Diagram Maker</a:t>
            </a:r>
          </a:p>
        </p:txBody>
      </p:sp>
    </p:spTree>
    <p:extLst>
      <p:ext uri="{BB962C8B-B14F-4D97-AF65-F5344CB8AC3E}">
        <p14:creationId xmlns:p14="http://schemas.microsoft.com/office/powerpoint/2010/main" val="6074558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8D71CCB-72D8-4B0F-89C8-08BAF610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main-frame">
            <a:extLst xmlns:a="http://schemas.openxmlformats.org/drawingml/2006/main">
              <a:ext uri="{FF2B5EF4-FFF2-40B4-BE49-F238E27FC236}">
                <a16:creationId xmlns:a16="http://schemas.microsoft.com/office/drawing/2014/main" id="{F4CE6E6E-2D4D-4776-BAB4-09F02D8C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" name="glow-top">
            <a:extLst xmlns:a="http://schemas.openxmlformats.org/drawingml/2006/main">
              <a:ext uri="{FF2B5EF4-FFF2-40B4-BE49-F238E27FC236}">
                <a16:creationId xmlns:a16="http://schemas.microsoft.com/office/drawing/2014/main" id="{D0D526EE-1FB4-4085-9058-72A645D6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857250"/>
            <a:ext cx="3619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A882">
              <a:alpha val="9412"/>
            </a:srgbClr>
          </a:solidFill>
          <a:ln xmlns:a="http://schemas.openxmlformats.org/drawingml/2006/main" w="0">
            <a:solidFill>
              <a:srgbClr val="C4A882">
                <a:alpha val="9412"/>
              </a:srgbClr>
            </a:solidFill>
            <a:prstDash val="solid"/>
          </a:ln>
        </p:spPr>
      </p:sp>
      <p:sp>
        <p:nvSpPr>
          <p:cNvPr id="4" name="glow-bottom">
            <a:extLst xmlns:a="http://schemas.openxmlformats.org/drawingml/2006/main">
              <a:ext uri="{FF2B5EF4-FFF2-40B4-BE49-F238E27FC236}">
                <a16:creationId xmlns:a16="http://schemas.microsoft.com/office/drawing/2014/main" id="{10C4ECBB-F7A3-4B6D-924E-3680C493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" y="4953000"/>
            <a:ext cx="26670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A7A">
              <a:alpha val="7843"/>
            </a:srgbClr>
          </a:solidFill>
          <a:ln xmlns:a="http://schemas.openxmlformats.org/drawingml/2006/main" w="0">
            <a:solidFill>
              <a:srgbClr val="5A6A7A">
                <a:alpha val="7843"/>
              </a:srgbClr>
            </a:solidFill>
            <a:prstDash val="solid"/>
          </a:ln>
        </p:spPr>
      </p:sp>
      <p:sp>
        <p:nvSpPr>
          <p:cNvPr id="5" name="grid-v-112">
            <a:extLst xmlns:a="http://schemas.openxmlformats.org/drawingml/2006/main">
              <a:ext uri="{FF2B5EF4-FFF2-40B4-BE49-F238E27FC236}">
                <a16:creationId xmlns:a16="http://schemas.microsoft.com/office/drawing/2014/main" id="{D952F806-EE20-45F2-925D-A5A2207F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" name="grid-v-408">
            <a:extLst xmlns:a="http://schemas.openxmlformats.org/drawingml/2006/main">
              <a:ext uri="{FF2B5EF4-FFF2-40B4-BE49-F238E27FC236}">
                <a16:creationId xmlns:a16="http://schemas.microsoft.com/office/drawing/2014/main" id="{218EE6DE-E311-4D68-AAC2-994B62D2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7" name="grid-v-704">
            <a:extLst xmlns:a="http://schemas.openxmlformats.org/drawingml/2006/main">
              <a:ext uri="{FF2B5EF4-FFF2-40B4-BE49-F238E27FC236}">
                <a16:creationId xmlns:a16="http://schemas.microsoft.com/office/drawing/2014/main" id="{09E29009-9350-42A1-938B-6F60ADE8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8" name="grid-v-1000">
            <a:extLst xmlns:a="http://schemas.openxmlformats.org/drawingml/2006/main">
              <a:ext uri="{FF2B5EF4-FFF2-40B4-BE49-F238E27FC236}">
                <a16:creationId xmlns:a16="http://schemas.microsoft.com/office/drawing/2014/main" id="{56D0D059-56B8-4CA2-94BA-D4F6393D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9" name="grid-h-160">
            <a:extLst xmlns:a="http://schemas.openxmlformats.org/drawingml/2006/main">
              <a:ext uri="{FF2B5EF4-FFF2-40B4-BE49-F238E27FC236}">
                <a16:creationId xmlns:a16="http://schemas.microsoft.com/office/drawing/2014/main" id="{3C2A0603-70F7-460D-914E-C0480B31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0" name="grid-h-304">
            <a:extLst xmlns:a="http://schemas.openxmlformats.org/drawingml/2006/main">
              <a:ext uri="{FF2B5EF4-FFF2-40B4-BE49-F238E27FC236}">
                <a16:creationId xmlns:a16="http://schemas.microsoft.com/office/drawing/2014/main" id="{2ACF00C2-7FEE-43D1-8CFF-F299745A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1" name="grid-h-448">
            <a:extLst xmlns:a="http://schemas.openxmlformats.org/drawingml/2006/main">
              <a:ext uri="{FF2B5EF4-FFF2-40B4-BE49-F238E27FC236}">
                <a16:creationId xmlns:a16="http://schemas.microsoft.com/office/drawing/2014/main" id="{FF78E99A-4B35-4225-95F3-7033273D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2" name="grid-h-592">
            <a:extLst xmlns:a="http://schemas.openxmlformats.org/drawingml/2006/main">
              <a:ext uri="{FF2B5EF4-FFF2-40B4-BE49-F238E27FC236}">
                <a16:creationId xmlns:a16="http://schemas.microsoft.com/office/drawing/2014/main" id="{6C0E4657-1813-41BB-96F1-3704DE78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3" name="chrome-bar">
            <a:extLst xmlns:a="http://schemas.openxmlformats.org/drawingml/2006/main">
              <a:ext uri="{FF2B5EF4-FFF2-40B4-BE49-F238E27FC236}">
                <a16:creationId xmlns:a16="http://schemas.microsoft.com/office/drawing/2014/main" id="{1D365E90-249C-4D8B-8038-3B35DC8C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4" name="chrome-dot">
            <a:extLst xmlns:a="http://schemas.openxmlformats.org/drawingml/2006/main">
              <a:ext uri="{FF2B5EF4-FFF2-40B4-BE49-F238E27FC236}">
                <a16:creationId xmlns:a16="http://schemas.microsoft.com/office/drawing/2014/main" id="{BD4DBA4C-9374-4FAE-911C-6481FFE4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15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564F07D4-866A-4B18-89BE-11E542D2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DiagramMaker AI workspace</a:t>
            </a:r>
          </a:p>
        </p:txBody>
      </p:sp>
      <p:sp>
        <p:nvSpPr>
          <p:cNvPr id="16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D43C5580-051E-41D5-BF7A-DC083B68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rPr>
              <a:t>WORKFLOW</a:t>
            </a:r>
          </a:p>
        </p:txBody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3DC261F-E622-4C10-9485-B13B465D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62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AF89FE2-B1E7-4B2E-B721-6BED41D2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38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735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B7355"/>
                </a:solidFill>
                <a:latin typeface="Aptos Mono"/>
                <a:ea typeface="Aptos Mono"/>
                <a:cs typeface="Aptos Mono"/>
              </a:rPr>
              <a:t>HOW IT WORKS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AA6C7C4C-15C1-4B84-9E5D-560138B3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rPr>
              <a:t>The full workflow can be explained as a clean four-step design cycle.</a:t>
            </a:r>
          </a:p>
        </p:txBody>
      </p:sp>
      <p:sp>
        <p:nvSpPr>
          <p:cNvPr id="20" name="workflow-rail">
            <a:extLst xmlns:a="http://schemas.openxmlformats.org/drawingml/2006/main">
              <a:ext uri="{FF2B5EF4-FFF2-40B4-BE49-F238E27FC236}">
                <a16:creationId xmlns:a16="http://schemas.microsoft.com/office/drawing/2014/main" id="{C3829DDF-B102-4E5F-BE0C-5DE2D60E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20000"/>
            </a:srgbClr>
          </a:solidFill>
          <a:ln xmlns:a="http://schemas.openxmlformats.org/drawingml/2006/main" w="0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21" name="step-badge-01">
            <a:extLst xmlns:a="http://schemas.openxmlformats.org/drawingml/2006/main">
              <a:ext uri="{FF2B5EF4-FFF2-40B4-BE49-F238E27FC236}">
                <a16:creationId xmlns:a16="http://schemas.microsoft.com/office/drawing/2014/main" id="{41B53D50-6386-48EA-98A6-3BDE0246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052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15686"/>
            </a:srgbClr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22" name="step-badge-text-01">
            <a:extLst xmlns:a="http://schemas.openxmlformats.org/drawingml/2006/main">
              <a:ext uri="{FF2B5EF4-FFF2-40B4-BE49-F238E27FC236}">
                <a16:creationId xmlns:a16="http://schemas.microsoft.com/office/drawing/2014/main" id="{AC7DF36E-1FCA-473A-A199-928E0ED1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4A88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C4A88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23" name="workflow-step-01">
            <a:extLst xmlns:a="http://schemas.openxmlformats.org/drawingml/2006/main">
              <a:ext uri="{FF2B5EF4-FFF2-40B4-BE49-F238E27FC236}">
                <a16:creationId xmlns:a16="http://schemas.microsoft.com/office/drawing/2014/main" id="{88DDE3D8-68C5-47B6-AD84-33D73AAC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543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4" name="workflow-step-01-accent">
            <a:extLst xmlns:a="http://schemas.openxmlformats.org/drawingml/2006/main">
              <a:ext uri="{FF2B5EF4-FFF2-40B4-BE49-F238E27FC236}">
                <a16:creationId xmlns:a16="http://schemas.microsoft.com/office/drawing/2014/main" id="{12115722-1264-4147-9153-50DD77B3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25" name="workflow-step-01-eyebrow">
            <a:extLst xmlns:a="http://schemas.openxmlformats.org/drawingml/2006/main">
              <a:ext uri="{FF2B5EF4-FFF2-40B4-BE49-F238E27FC236}">
                <a16:creationId xmlns:a16="http://schemas.microsoft.com/office/drawing/2014/main" id="{7F0ADC7F-DC52-43EF-9C8E-CE496BE7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STEP</a:t>
            </a:r>
          </a:p>
        </p:txBody>
      </p:sp>
      <p:sp>
        <p:nvSpPr>
          <p:cNvPr id="26" name="workflow-step-01-title">
            <a:extLst xmlns:a="http://schemas.openxmlformats.org/drawingml/2006/main">
              <a:ext uri="{FF2B5EF4-FFF2-40B4-BE49-F238E27FC236}">
                <a16:creationId xmlns:a16="http://schemas.microsoft.com/office/drawing/2014/main" id="{91EC2AE2-505A-4A89-B7FC-C89D9ABC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Share the idea</a:t>
            </a:r>
          </a:p>
        </p:txBody>
      </p:sp>
      <p:sp>
        <p:nvSpPr>
          <p:cNvPr id="27" name="workflow-step-01-body">
            <a:extLst xmlns:a="http://schemas.openxmlformats.org/drawingml/2006/main">
              <a:ext uri="{FF2B5EF4-FFF2-40B4-BE49-F238E27FC236}">
                <a16:creationId xmlns:a16="http://schemas.microsoft.com/office/drawing/2014/main" id="{80CBD6B5-7535-4E35-940F-F8C370B7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The user enters a project need or a system design question.</a:t>
            </a:r>
          </a:p>
        </p:txBody>
      </p:sp>
      <p:sp>
        <p:nvSpPr>
          <p:cNvPr id="28" name="step-badge-02">
            <a:extLst xmlns:a="http://schemas.openxmlformats.org/drawingml/2006/main">
              <a:ext uri="{FF2B5EF4-FFF2-40B4-BE49-F238E27FC236}">
                <a16:creationId xmlns:a16="http://schemas.microsoft.com/office/drawing/2014/main" id="{0B8DE887-3DAF-4DC1-A93C-287575DF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052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15686"/>
            </a:srgbClr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29" name="step-badge-text-02">
            <a:extLst xmlns:a="http://schemas.openxmlformats.org/drawingml/2006/main">
              <a:ext uri="{FF2B5EF4-FFF2-40B4-BE49-F238E27FC236}">
                <a16:creationId xmlns:a16="http://schemas.microsoft.com/office/drawing/2014/main" id="{DFA35E13-62D9-42EB-9B35-C8E30157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71875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4A88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C4A88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0" name="workflow-step-02">
            <a:extLst xmlns:a="http://schemas.openxmlformats.org/drawingml/2006/main">
              <a:ext uri="{FF2B5EF4-FFF2-40B4-BE49-F238E27FC236}">
                <a16:creationId xmlns:a16="http://schemas.microsoft.com/office/drawing/2014/main" id="{5EE0F4D5-0C1B-4EA6-88A0-8A81B96A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62200"/>
            <a:ext cx="1543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1" name="workflow-step-02-accent">
            <a:extLst xmlns:a="http://schemas.openxmlformats.org/drawingml/2006/main">
              <a:ext uri="{FF2B5EF4-FFF2-40B4-BE49-F238E27FC236}">
                <a16:creationId xmlns:a16="http://schemas.microsoft.com/office/drawing/2014/main" id="{6342D646-EDF5-41A0-B9F4-35EE03FC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622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32" name="workflow-step-02-eyebrow">
            <a:extLst xmlns:a="http://schemas.openxmlformats.org/drawingml/2006/main">
              <a:ext uri="{FF2B5EF4-FFF2-40B4-BE49-F238E27FC236}">
                <a16:creationId xmlns:a16="http://schemas.microsoft.com/office/drawing/2014/main" id="{3B7A340D-DBDD-453A-B1BB-644B3186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STEP</a:t>
            </a:r>
          </a:p>
        </p:txBody>
      </p:sp>
      <p:sp>
        <p:nvSpPr>
          <p:cNvPr id="33" name="workflow-step-02-title">
            <a:extLst xmlns:a="http://schemas.openxmlformats.org/drawingml/2006/main">
              <a:ext uri="{FF2B5EF4-FFF2-40B4-BE49-F238E27FC236}">
                <a16:creationId xmlns:a16="http://schemas.microsoft.com/office/drawing/2014/main" id="{73B96F86-F170-4DCC-B7D9-54EA2E15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336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Get guidance</a:t>
            </a:r>
          </a:p>
        </p:txBody>
      </p:sp>
      <p:sp>
        <p:nvSpPr>
          <p:cNvPr id="34" name="workflow-step-02-body">
            <a:extLst xmlns:a="http://schemas.openxmlformats.org/drawingml/2006/main">
              <a:ext uri="{FF2B5EF4-FFF2-40B4-BE49-F238E27FC236}">
                <a16:creationId xmlns:a16="http://schemas.microsoft.com/office/drawing/2014/main" id="{4CBB956D-E6FB-4765-9C36-8F9D1A8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3370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The AI chat responds with direction and architecture support.</a:t>
            </a:r>
          </a:p>
        </p:txBody>
      </p:sp>
      <p:sp>
        <p:nvSpPr>
          <p:cNvPr id="35" name="step-badge-03">
            <a:extLst xmlns:a="http://schemas.openxmlformats.org/drawingml/2006/main">
              <a:ext uri="{FF2B5EF4-FFF2-40B4-BE49-F238E27FC236}">
                <a16:creationId xmlns:a16="http://schemas.microsoft.com/office/drawing/2014/main" id="{B413A919-886E-4D62-B396-4AFC8D17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052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15686"/>
            </a:srgbClr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36" name="step-badge-text-03">
            <a:extLst xmlns:a="http://schemas.openxmlformats.org/drawingml/2006/main">
              <a:ext uri="{FF2B5EF4-FFF2-40B4-BE49-F238E27FC236}">
                <a16:creationId xmlns:a16="http://schemas.microsoft.com/office/drawing/2014/main" id="{A6994226-72F3-4100-8384-E28239F6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71875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4A88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C4A88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7" name="workflow-step-03">
            <a:extLst xmlns:a="http://schemas.openxmlformats.org/drawingml/2006/main">
              <a:ext uri="{FF2B5EF4-FFF2-40B4-BE49-F238E27FC236}">
                <a16:creationId xmlns:a16="http://schemas.microsoft.com/office/drawing/2014/main" id="{2A7F3964-C5F3-4A20-9530-4BF4CBD2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1543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8" name="workflow-step-03-accent">
            <a:extLst xmlns:a="http://schemas.openxmlformats.org/drawingml/2006/main">
              <a:ext uri="{FF2B5EF4-FFF2-40B4-BE49-F238E27FC236}">
                <a16:creationId xmlns:a16="http://schemas.microsoft.com/office/drawing/2014/main" id="{C57C815B-9142-4683-BBB1-B2B68380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39" name="workflow-step-03-eyebrow">
            <a:extLst xmlns:a="http://schemas.openxmlformats.org/drawingml/2006/main">
              <a:ext uri="{FF2B5EF4-FFF2-40B4-BE49-F238E27FC236}">
                <a16:creationId xmlns:a16="http://schemas.microsoft.com/office/drawing/2014/main" id="{07D06390-75A6-4178-AD38-34419F39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955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STEP</a:t>
            </a:r>
          </a:p>
        </p:txBody>
      </p:sp>
      <p:sp>
        <p:nvSpPr>
          <p:cNvPr id="40" name="workflow-step-03-title">
            <a:extLst xmlns:a="http://schemas.openxmlformats.org/drawingml/2006/main">
              <a:ext uri="{FF2B5EF4-FFF2-40B4-BE49-F238E27FC236}">
                <a16:creationId xmlns:a16="http://schemas.microsoft.com/office/drawing/2014/main" id="{469A23CF-007D-4F75-8296-B5AA1116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336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Edit the diagram</a:t>
            </a:r>
          </a:p>
        </p:txBody>
      </p:sp>
      <p:sp>
        <p:nvSpPr>
          <p:cNvPr id="41" name="workflow-step-03-body">
            <a:extLst xmlns:a="http://schemas.openxmlformats.org/drawingml/2006/main">
              <a:ext uri="{FF2B5EF4-FFF2-40B4-BE49-F238E27FC236}">
                <a16:creationId xmlns:a16="http://schemas.microsoft.com/office/drawing/2014/main" id="{688B45E6-F1E9-47A5-8EA7-6324CBBF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3370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The user adds nodes, edges, labels, and structure on the canvas.</a:t>
            </a:r>
          </a:p>
        </p:txBody>
      </p:sp>
      <p:sp>
        <p:nvSpPr>
          <p:cNvPr id="42" name="step-badge-04">
            <a:extLst xmlns:a="http://schemas.openxmlformats.org/drawingml/2006/main">
              <a:ext uri="{FF2B5EF4-FFF2-40B4-BE49-F238E27FC236}">
                <a16:creationId xmlns:a16="http://schemas.microsoft.com/office/drawing/2014/main" id="{6C9D7621-EF3C-45ED-BD41-95600FB0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052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15686"/>
            </a:srgbClr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43" name="step-badge-text-04">
            <a:extLst xmlns:a="http://schemas.openxmlformats.org/drawingml/2006/main">
              <a:ext uri="{FF2B5EF4-FFF2-40B4-BE49-F238E27FC236}">
                <a16:creationId xmlns:a16="http://schemas.microsoft.com/office/drawing/2014/main" id="{0471FA8B-9D96-4DCF-911F-14A973EB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71875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4A88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C4A88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44" name="workflow-step-04">
            <a:extLst xmlns:a="http://schemas.openxmlformats.org/drawingml/2006/main">
              <a:ext uri="{FF2B5EF4-FFF2-40B4-BE49-F238E27FC236}">
                <a16:creationId xmlns:a16="http://schemas.microsoft.com/office/drawing/2014/main" id="{B39B645E-2F2E-4424-964F-6337273A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1543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45" name="workflow-step-04-accent">
            <a:extLst xmlns:a="http://schemas.openxmlformats.org/drawingml/2006/main">
              <a:ext uri="{FF2B5EF4-FFF2-40B4-BE49-F238E27FC236}">
                <a16:creationId xmlns:a16="http://schemas.microsoft.com/office/drawing/2014/main" id="{DA7905D0-C16A-44FA-899F-58B45E01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46" name="workflow-step-04-eyebrow">
            <a:extLst xmlns:a="http://schemas.openxmlformats.org/drawingml/2006/main">
              <a:ext uri="{FF2B5EF4-FFF2-40B4-BE49-F238E27FC236}">
                <a16:creationId xmlns:a16="http://schemas.microsoft.com/office/drawing/2014/main" id="{96DD4CAB-61EC-4626-94AB-876E23DD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STEP</a:t>
            </a:r>
          </a:p>
        </p:txBody>
      </p:sp>
      <p:sp>
        <p:nvSpPr>
          <p:cNvPr id="47" name="workflow-step-04-title">
            <a:extLst xmlns:a="http://schemas.openxmlformats.org/drawingml/2006/main">
              <a:ext uri="{FF2B5EF4-FFF2-40B4-BE49-F238E27FC236}">
                <a16:creationId xmlns:a16="http://schemas.microsoft.com/office/drawing/2014/main" id="{99ED07E7-ACF8-4179-A174-C5294B39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Save and improve</a:t>
            </a:r>
          </a:p>
        </p:txBody>
      </p:sp>
      <p:sp>
        <p:nvSpPr>
          <p:cNvPr id="48" name="workflow-step-04-body">
            <a:extLst xmlns:a="http://schemas.openxmlformats.org/drawingml/2006/main">
              <a:ext uri="{FF2B5EF4-FFF2-40B4-BE49-F238E27FC236}">
                <a16:creationId xmlns:a16="http://schemas.microsoft.com/office/drawing/2014/main" id="{523346AB-9BA2-4C49-B311-5D7FD33D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3370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The updated design state remains organized for the next iteration.</a:t>
            </a:r>
          </a:p>
        </p:txBody>
      </p:sp>
      <p:sp>
        <p:nvSpPr>
          <p:cNvPr id="49" name="workflow-summary">
            <a:extLst xmlns:a="http://schemas.openxmlformats.org/drawingml/2006/main">
              <a:ext uri="{FF2B5EF4-FFF2-40B4-BE49-F238E27FC236}">
                <a16:creationId xmlns:a16="http://schemas.microsoft.com/office/drawing/2014/main" id="{AAE599B0-6E45-4334-AC6A-8D2CA968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52950"/>
            <a:ext cx="6134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50" name="workflow-summary-accent">
            <a:extLst xmlns:a="http://schemas.openxmlformats.org/drawingml/2006/main">
              <a:ext uri="{FF2B5EF4-FFF2-40B4-BE49-F238E27FC236}">
                <a16:creationId xmlns:a16="http://schemas.microsoft.com/office/drawing/2014/main" id="{AC0827EA-6116-40D4-A0C9-11900718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52950"/>
            <a:ext cx="6134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51" name="workflow-summary-title">
            <a:extLst xmlns:a="http://schemas.openxmlformats.org/drawingml/2006/main">
              <a:ext uri="{FF2B5EF4-FFF2-40B4-BE49-F238E27FC236}">
                <a16:creationId xmlns:a16="http://schemas.microsoft.com/office/drawing/2014/main" id="{A4BFBE78-7C78-45D1-9A51-D28A27FA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24400"/>
            <a:ext cx="579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Think -&gt; guide -&gt; edit -&gt; save</a:t>
            </a:r>
          </a:p>
        </p:txBody>
      </p:sp>
      <p:sp>
        <p:nvSpPr>
          <p:cNvPr id="52" name="workflow-summary-body">
            <a:extLst xmlns:a="http://schemas.openxmlformats.org/drawingml/2006/main">
              <a:ext uri="{FF2B5EF4-FFF2-40B4-BE49-F238E27FC236}">
                <a16:creationId xmlns:a16="http://schemas.microsoft.com/office/drawing/2014/main" id="{A54BB787-F0BC-496C-BAEF-7FD7844F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10150"/>
            <a:ext cx="5791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This cycle is what makes the tool useful in both learning and presentation.</a:t>
            </a:r>
          </a:p>
        </p:txBody>
      </p:sp>
      <p:sp>
        <p:nvSpPr>
          <p:cNvPr id="53" name="footer">
            <a:extLst xmlns:a="http://schemas.openxmlformats.org/drawingml/2006/main">
              <a:ext uri="{FF2B5EF4-FFF2-40B4-BE49-F238E27FC236}">
                <a16:creationId xmlns:a16="http://schemas.microsoft.com/office/drawing/2014/main" id="{F89598D3-B7AE-4AEC-B7A1-5540C48E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rPr>
              <a:t>AI Based Diagram Maker</a:t>
            </a:r>
          </a:p>
        </p:txBody>
      </p:sp>
    </p:spTree>
    <p:extLst>
      <p:ext uri="{BB962C8B-B14F-4D97-AF65-F5344CB8AC3E}">
        <p14:creationId xmlns:p14="http://schemas.microsoft.com/office/powerpoint/2010/main" val="1311465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50B9EB7-747B-4A90-88C2-D30D01D8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main-frame">
            <a:extLst xmlns:a="http://schemas.openxmlformats.org/drawingml/2006/main">
              <a:ext uri="{FF2B5EF4-FFF2-40B4-BE49-F238E27FC236}">
                <a16:creationId xmlns:a16="http://schemas.microsoft.com/office/drawing/2014/main" id="{EB951C74-3BC6-4FDC-BE18-70D6CF14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" name="glow-top">
            <a:extLst xmlns:a="http://schemas.openxmlformats.org/drawingml/2006/main">
              <a:ext uri="{FF2B5EF4-FFF2-40B4-BE49-F238E27FC236}">
                <a16:creationId xmlns:a16="http://schemas.microsoft.com/office/drawing/2014/main" id="{14E9CB7A-6269-4BD0-9C47-0AF603B0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857250"/>
            <a:ext cx="3619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A882">
              <a:alpha val="9412"/>
            </a:srgbClr>
          </a:solidFill>
          <a:ln xmlns:a="http://schemas.openxmlformats.org/drawingml/2006/main" w="0">
            <a:solidFill>
              <a:srgbClr val="C4A882">
                <a:alpha val="9412"/>
              </a:srgbClr>
            </a:solidFill>
            <a:prstDash val="solid"/>
          </a:ln>
        </p:spPr>
      </p:sp>
      <p:sp>
        <p:nvSpPr>
          <p:cNvPr id="4" name="glow-bottom">
            <a:extLst xmlns:a="http://schemas.openxmlformats.org/drawingml/2006/main">
              <a:ext uri="{FF2B5EF4-FFF2-40B4-BE49-F238E27FC236}">
                <a16:creationId xmlns:a16="http://schemas.microsoft.com/office/drawing/2014/main" id="{8B747256-F1EA-4D8D-911C-17267BF1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" y="4953000"/>
            <a:ext cx="26670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A7A">
              <a:alpha val="7843"/>
            </a:srgbClr>
          </a:solidFill>
          <a:ln xmlns:a="http://schemas.openxmlformats.org/drawingml/2006/main" w="0">
            <a:solidFill>
              <a:srgbClr val="5A6A7A">
                <a:alpha val="7843"/>
              </a:srgbClr>
            </a:solidFill>
            <a:prstDash val="solid"/>
          </a:ln>
        </p:spPr>
      </p:sp>
      <p:sp>
        <p:nvSpPr>
          <p:cNvPr id="5" name="grid-v-112">
            <a:extLst xmlns:a="http://schemas.openxmlformats.org/drawingml/2006/main">
              <a:ext uri="{FF2B5EF4-FFF2-40B4-BE49-F238E27FC236}">
                <a16:creationId xmlns:a16="http://schemas.microsoft.com/office/drawing/2014/main" id="{EF0A03C7-35D4-47F9-9BD1-B21EFEC2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" name="grid-v-408">
            <a:extLst xmlns:a="http://schemas.openxmlformats.org/drawingml/2006/main">
              <a:ext uri="{FF2B5EF4-FFF2-40B4-BE49-F238E27FC236}">
                <a16:creationId xmlns:a16="http://schemas.microsoft.com/office/drawing/2014/main" id="{D40B52C9-E33B-4A45-A8BA-6294FD56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7" name="grid-v-704">
            <a:extLst xmlns:a="http://schemas.openxmlformats.org/drawingml/2006/main">
              <a:ext uri="{FF2B5EF4-FFF2-40B4-BE49-F238E27FC236}">
                <a16:creationId xmlns:a16="http://schemas.microsoft.com/office/drawing/2014/main" id="{DA17EA62-D922-40F3-956C-63C10677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8" name="grid-v-1000">
            <a:extLst xmlns:a="http://schemas.openxmlformats.org/drawingml/2006/main">
              <a:ext uri="{FF2B5EF4-FFF2-40B4-BE49-F238E27FC236}">
                <a16:creationId xmlns:a16="http://schemas.microsoft.com/office/drawing/2014/main" id="{71DBF976-356E-49AF-82CE-DCDDA34C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9" name="grid-h-160">
            <a:extLst xmlns:a="http://schemas.openxmlformats.org/drawingml/2006/main">
              <a:ext uri="{FF2B5EF4-FFF2-40B4-BE49-F238E27FC236}">
                <a16:creationId xmlns:a16="http://schemas.microsoft.com/office/drawing/2014/main" id="{9335F18F-9F3F-4620-9BAB-D8D93341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0" name="grid-h-304">
            <a:extLst xmlns:a="http://schemas.openxmlformats.org/drawingml/2006/main">
              <a:ext uri="{FF2B5EF4-FFF2-40B4-BE49-F238E27FC236}">
                <a16:creationId xmlns:a16="http://schemas.microsoft.com/office/drawing/2014/main" id="{449E99A6-2D01-45E1-A87E-4B1E0715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1" name="grid-h-448">
            <a:extLst xmlns:a="http://schemas.openxmlformats.org/drawingml/2006/main">
              <a:ext uri="{FF2B5EF4-FFF2-40B4-BE49-F238E27FC236}">
                <a16:creationId xmlns:a16="http://schemas.microsoft.com/office/drawing/2014/main" id="{B818800A-7B0E-4D2F-ABFB-EA6AC47A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2" name="grid-h-592">
            <a:extLst xmlns:a="http://schemas.openxmlformats.org/drawingml/2006/main">
              <a:ext uri="{FF2B5EF4-FFF2-40B4-BE49-F238E27FC236}">
                <a16:creationId xmlns:a16="http://schemas.microsoft.com/office/drawing/2014/main" id="{290C5887-89DA-4E39-AEC2-E1C02CF3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3" name="chrome-bar">
            <a:extLst xmlns:a="http://schemas.openxmlformats.org/drawingml/2006/main">
              <a:ext uri="{FF2B5EF4-FFF2-40B4-BE49-F238E27FC236}">
                <a16:creationId xmlns:a16="http://schemas.microsoft.com/office/drawing/2014/main" id="{0279BC3D-6BEE-4EE0-9181-6F6E252B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4" name="chrome-dot">
            <a:extLst xmlns:a="http://schemas.openxmlformats.org/drawingml/2006/main">
              <a:ext uri="{FF2B5EF4-FFF2-40B4-BE49-F238E27FC236}">
                <a16:creationId xmlns:a16="http://schemas.microsoft.com/office/drawing/2014/main" id="{2AA33887-A123-46C2-B763-199C0708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15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7D7932DC-BE74-423F-AC21-923E4DEF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DiagramMaker AI workspace</a:t>
            </a:r>
          </a:p>
        </p:txBody>
      </p:sp>
      <p:sp>
        <p:nvSpPr>
          <p:cNvPr id="16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1E29B9DD-3068-4855-83B7-5F8F3A72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rPr>
              <a:t>IMPACT</a:t>
            </a:r>
          </a:p>
        </p:txBody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C790784-CFC5-4BF4-905C-042300EC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62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2B3215-554A-4A21-8488-89B8C2D9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38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735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B7355"/>
                </a:solidFill>
                <a:latin typeface="Aptos Mono"/>
                <a:ea typeface="Aptos Mono"/>
                <a:cs typeface="Aptos Mono"/>
              </a:rPr>
              <a:t>HOW IT HELPS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7999728F-42A2-48E0-A399-9896A5A0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rPr>
              <a:t>The project helps users learn faster and present ideas with more confidence.</a:t>
            </a:r>
          </a:p>
        </p:txBody>
      </p:sp>
      <p:sp>
        <p:nvSpPr>
          <p:cNvPr id="20" name="impact-learning">
            <a:extLst xmlns:a="http://schemas.openxmlformats.org/drawingml/2006/main">
              <a:ext uri="{FF2B5EF4-FFF2-40B4-BE49-F238E27FC236}">
                <a16:creationId xmlns:a16="http://schemas.microsoft.com/office/drawing/2014/main" id="{A64ADE37-0EF4-43D8-B0FC-2D24FEF0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1" name="impact-learning-accent">
            <a:extLst xmlns:a="http://schemas.openxmlformats.org/drawingml/2006/main">
              <a:ext uri="{FF2B5EF4-FFF2-40B4-BE49-F238E27FC236}">
                <a16:creationId xmlns:a16="http://schemas.microsoft.com/office/drawing/2014/main" id="{AFCC27C5-07BA-4B9E-BF09-898DB9C0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22" name="impact-learning-eyebrow">
            <a:extLst xmlns:a="http://schemas.openxmlformats.org/drawingml/2006/main">
              <a:ext uri="{FF2B5EF4-FFF2-40B4-BE49-F238E27FC236}">
                <a16:creationId xmlns:a16="http://schemas.microsoft.com/office/drawing/2014/main" id="{DCB6AD0B-E9A6-45C4-8CA8-0224499F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FOR LEARNING</a:t>
            </a:r>
          </a:p>
        </p:txBody>
      </p:sp>
      <p:sp>
        <p:nvSpPr>
          <p:cNvPr id="23" name="impact-learning-title">
            <a:extLst xmlns:a="http://schemas.openxmlformats.org/drawingml/2006/main">
              <a:ext uri="{FF2B5EF4-FFF2-40B4-BE49-F238E27FC236}">
                <a16:creationId xmlns:a16="http://schemas.microsoft.com/office/drawing/2014/main" id="{B15FBE3E-D674-4CA5-AFCF-DFBF3774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It reduces confusion</a:t>
            </a:r>
          </a:p>
        </p:txBody>
      </p:sp>
      <p:sp>
        <p:nvSpPr>
          <p:cNvPr id="24" name="impact-learning-body">
            <a:extLst xmlns:a="http://schemas.openxmlformats.org/drawingml/2006/main">
              <a:ext uri="{FF2B5EF4-FFF2-40B4-BE49-F238E27FC236}">
                <a16:creationId xmlns:a16="http://schemas.microsoft.com/office/drawing/2014/main" id="{46DF2776-47C3-42F9-9566-2DE884C0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44196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Students can understand components, relationships, and flow in a more interactive 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Instead of only reading theory, they can see the structure and modify it directly.</a:t>
            </a:r>
          </a:p>
        </p:txBody>
      </p:sp>
      <p:sp>
        <p:nvSpPr>
          <p:cNvPr id="25" name="impact-presentation">
            <a:extLst xmlns:a="http://schemas.openxmlformats.org/drawingml/2006/main">
              <a:ext uri="{FF2B5EF4-FFF2-40B4-BE49-F238E27FC236}">
                <a16:creationId xmlns:a16="http://schemas.microsoft.com/office/drawing/2014/main" id="{3A2469AB-0BD8-4AFA-A91C-A0845428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6" name="impact-presentation-accent">
            <a:extLst xmlns:a="http://schemas.openxmlformats.org/drawingml/2006/main">
              <a:ext uri="{FF2B5EF4-FFF2-40B4-BE49-F238E27FC236}">
                <a16:creationId xmlns:a16="http://schemas.microsoft.com/office/drawing/2014/main" id="{F5FA6742-F28C-4A1C-AAF4-DB8D9CA2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27" name="impact-presentation-eyebrow">
            <a:extLst xmlns:a="http://schemas.openxmlformats.org/drawingml/2006/main">
              <a:ext uri="{FF2B5EF4-FFF2-40B4-BE49-F238E27FC236}">
                <a16:creationId xmlns:a16="http://schemas.microsoft.com/office/drawing/2014/main" id="{D3DE846E-F768-40F4-90B8-916C50C6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FOR PRESENTATION</a:t>
            </a:r>
          </a:p>
        </p:txBody>
      </p:sp>
      <p:sp>
        <p:nvSpPr>
          <p:cNvPr id="28" name="impact-presentation-title">
            <a:extLst xmlns:a="http://schemas.openxmlformats.org/drawingml/2006/main">
              <a:ext uri="{FF2B5EF4-FFF2-40B4-BE49-F238E27FC236}">
                <a16:creationId xmlns:a16="http://schemas.microsoft.com/office/drawing/2014/main" id="{1F614026-5BFC-45D9-87B2-3D583DB9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193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It improves explanation quality</a:t>
            </a:r>
          </a:p>
        </p:txBody>
      </p:sp>
      <p:sp>
        <p:nvSpPr>
          <p:cNvPr id="29" name="impact-presentation-body">
            <a:extLst xmlns:a="http://schemas.openxmlformats.org/drawingml/2006/main">
              <a:ext uri="{FF2B5EF4-FFF2-40B4-BE49-F238E27FC236}">
                <a16:creationId xmlns:a16="http://schemas.microsoft.com/office/drawing/2014/main" id="{BB7C7451-D2FF-4A7F-A855-6476FB17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19400"/>
            <a:ext cx="44196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A clear visual structure makes it easier to present the project to teachers, teammates, or reviewers.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The idea becomes easier to communicate and defend.</a:t>
            </a:r>
          </a:p>
        </p:txBody>
      </p:sp>
      <p:sp>
        <p:nvSpPr>
          <p:cNvPr id="30" name="impact-metric-1">
            <a:extLst xmlns:a="http://schemas.openxmlformats.org/drawingml/2006/main">
              <a:ext uri="{FF2B5EF4-FFF2-40B4-BE49-F238E27FC236}">
                <a16:creationId xmlns:a16="http://schemas.microsoft.com/office/drawing/2014/main" id="{FDB55A00-6948-4FB4-AD16-D00F52F6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482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1" name="impact-metric-1-label">
            <a:extLst xmlns:a="http://schemas.openxmlformats.org/drawingml/2006/main">
              <a:ext uri="{FF2B5EF4-FFF2-40B4-BE49-F238E27FC236}">
                <a16:creationId xmlns:a16="http://schemas.microsoft.com/office/drawing/2014/main" id="{FA45963A-A090-4D72-B399-C1CB6D08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3397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BENEFIT 01</a:t>
            </a:r>
          </a:p>
        </p:txBody>
      </p:sp>
      <p:sp>
        <p:nvSpPr>
          <p:cNvPr id="32" name="impact-metric-1-value">
            <a:extLst xmlns:a="http://schemas.openxmlformats.org/drawingml/2006/main">
              <a:ext uri="{FF2B5EF4-FFF2-40B4-BE49-F238E27FC236}">
                <a16:creationId xmlns:a16="http://schemas.microsoft.com/office/drawing/2014/main" id="{3D3B5AE5-F356-4136-9CE5-A46D9467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Clarity</a:t>
            </a:r>
          </a:p>
        </p:txBody>
      </p:sp>
      <p:sp>
        <p:nvSpPr>
          <p:cNvPr id="33" name="impact-metric-2">
            <a:extLst xmlns:a="http://schemas.openxmlformats.org/drawingml/2006/main">
              <a:ext uri="{FF2B5EF4-FFF2-40B4-BE49-F238E27FC236}">
                <a16:creationId xmlns:a16="http://schemas.microsoft.com/office/drawing/2014/main" id="{B5C83E46-7181-4428-9631-21232449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482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4" name="impact-metric-2-label">
            <a:extLst xmlns:a="http://schemas.openxmlformats.org/drawingml/2006/main">
              <a:ext uri="{FF2B5EF4-FFF2-40B4-BE49-F238E27FC236}">
                <a16:creationId xmlns:a16="http://schemas.microsoft.com/office/drawing/2014/main" id="{F5EB984D-1B43-44E6-8626-80799637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13397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BENEFIT 02</a:t>
            </a:r>
          </a:p>
        </p:txBody>
      </p:sp>
      <p:sp>
        <p:nvSpPr>
          <p:cNvPr id="35" name="impact-metric-2-value">
            <a:extLst xmlns:a="http://schemas.openxmlformats.org/drawingml/2006/main">
              <a:ext uri="{FF2B5EF4-FFF2-40B4-BE49-F238E27FC236}">
                <a16:creationId xmlns:a16="http://schemas.microsoft.com/office/drawing/2014/main" id="{426B9BD3-1A09-419C-94C3-C4035C1F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8637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Speed</a:t>
            </a:r>
          </a:p>
        </p:txBody>
      </p:sp>
      <p:sp>
        <p:nvSpPr>
          <p:cNvPr id="36" name="impact-metric-3">
            <a:extLst xmlns:a="http://schemas.openxmlformats.org/drawingml/2006/main">
              <a:ext uri="{FF2B5EF4-FFF2-40B4-BE49-F238E27FC236}">
                <a16:creationId xmlns:a16="http://schemas.microsoft.com/office/drawing/2014/main" id="{3D383B5E-DC82-465D-996B-532E6414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482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7" name="impact-metric-3-label">
            <a:extLst xmlns:a="http://schemas.openxmlformats.org/drawingml/2006/main">
              <a:ext uri="{FF2B5EF4-FFF2-40B4-BE49-F238E27FC236}">
                <a16:creationId xmlns:a16="http://schemas.microsoft.com/office/drawing/2014/main" id="{D31336C7-AE6D-42C4-A587-9159F800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3397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BENEFIT 03</a:t>
            </a:r>
          </a:p>
        </p:txBody>
      </p:sp>
      <p:sp>
        <p:nvSpPr>
          <p:cNvPr id="38" name="impact-metric-3-value">
            <a:extLst xmlns:a="http://schemas.openxmlformats.org/drawingml/2006/main">
              <a:ext uri="{FF2B5EF4-FFF2-40B4-BE49-F238E27FC236}">
                <a16:creationId xmlns:a16="http://schemas.microsoft.com/office/drawing/2014/main" id="{ED53184E-26C1-42AE-9E4F-E898C450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8637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39" name="footer">
            <a:extLst xmlns:a="http://schemas.openxmlformats.org/drawingml/2006/main">
              <a:ext uri="{FF2B5EF4-FFF2-40B4-BE49-F238E27FC236}">
                <a16:creationId xmlns:a16="http://schemas.microsoft.com/office/drawing/2014/main" id="{60B4AAD0-775F-4466-BF70-A5A3A3C0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rPr>
              <a:t>AI Based Diagram Maker</a:t>
            </a:r>
          </a:p>
        </p:txBody>
      </p:sp>
    </p:spTree>
    <p:extLst>
      <p:ext uri="{BB962C8B-B14F-4D97-AF65-F5344CB8AC3E}">
        <p14:creationId xmlns:p14="http://schemas.microsoft.com/office/powerpoint/2010/main" val="6883410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C10626B-E471-49FE-B7AD-1FE411AC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main-frame">
            <a:extLst xmlns:a="http://schemas.openxmlformats.org/drawingml/2006/main">
              <a:ext uri="{FF2B5EF4-FFF2-40B4-BE49-F238E27FC236}">
                <a16:creationId xmlns:a16="http://schemas.microsoft.com/office/drawing/2014/main" id="{71F9C486-D100-4145-BFD0-F5B14002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" name="glow-top">
            <a:extLst xmlns:a="http://schemas.openxmlformats.org/drawingml/2006/main">
              <a:ext uri="{FF2B5EF4-FFF2-40B4-BE49-F238E27FC236}">
                <a16:creationId xmlns:a16="http://schemas.microsoft.com/office/drawing/2014/main" id="{3EDD10E6-AB99-4977-82ED-92092E71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857250"/>
            <a:ext cx="3619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A882">
              <a:alpha val="9412"/>
            </a:srgbClr>
          </a:solidFill>
          <a:ln xmlns:a="http://schemas.openxmlformats.org/drawingml/2006/main" w="0">
            <a:solidFill>
              <a:srgbClr val="C4A882">
                <a:alpha val="9412"/>
              </a:srgbClr>
            </a:solidFill>
            <a:prstDash val="solid"/>
          </a:ln>
        </p:spPr>
      </p:sp>
      <p:sp>
        <p:nvSpPr>
          <p:cNvPr id="4" name="glow-bottom">
            <a:extLst xmlns:a="http://schemas.openxmlformats.org/drawingml/2006/main">
              <a:ext uri="{FF2B5EF4-FFF2-40B4-BE49-F238E27FC236}">
                <a16:creationId xmlns:a16="http://schemas.microsoft.com/office/drawing/2014/main" id="{1E427BA3-FB23-4950-80B5-9C64EE7E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" y="4953000"/>
            <a:ext cx="26670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A7A">
              <a:alpha val="7843"/>
            </a:srgbClr>
          </a:solidFill>
          <a:ln xmlns:a="http://schemas.openxmlformats.org/drawingml/2006/main" w="0">
            <a:solidFill>
              <a:srgbClr val="5A6A7A">
                <a:alpha val="7843"/>
              </a:srgbClr>
            </a:solidFill>
            <a:prstDash val="solid"/>
          </a:ln>
        </p:spPr>
      </p:sp>
      <p:sp>
        <p:nvSpPr>
          <p:cNvPr id="5" name="grid-v-112">
            <a:extLst xmlns:a="http://schemas.openxmlformats.org/drawingml/2006/main">
              <a:ext uri="{FF2B5EF4-FFF2-40B4-BE49-F238E27FC236}">
                <a16:creationId xmlns:a16="http://schemas.microsoft.com/office/drawing/2014/main" id="{49FAE639-6FD9-4CFF-80EB-47C42A2F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" name="grid-v-408">
            <a:extLst xmlns:a="http://schemas.openxmlformats.org/drawingml/2006/main">
              <a:ext uri="{FF2B5EF4-FFF2-40B4-BE49-F238E27FC236}">
                <a16:creationId xmlns:a16="http://schemas.microsoft.com/office/drawing/2014/main" id="{C002F9A3-94A7-467D-9786-20642DC1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7" name="grid-v-704">
            <a:extLst xmlns:a="http://schemas.openxmlformats.org/drawingml/2006/main">
              <a:ext uri="{FF2B5EF4-FFF2-40B4-BE49-F238E27FC236}">
                <a16:creationId xmlns:a16="http://schemas.microsoft.com/office/drawing/2014/main" id="{32DA5735-ECAA-42D0-AF8A-3ACC892D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8" name="grid-v-1000">
            <a:extLst xmlns:a="http://schemas.openxmlformats.org/drawingml/2006/main">
              <a:ext uri="{FF2B5EF4-FFF2-40B4-BE49-F238E27FC236}">
                <a16:creationId xmlns:a16="http://schemas.microsoft.com/office/drawing/2014/main" id="{5E8AEBEB-E76B-484E-A632-E4EE14A8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9" name="grid-h-160">
            <a:extLst xmlns:a="http://schemas.openxmlformats.org/drawingml/2006/main">
              <a:ext uri="{FF2B5EF4-FFF2-40B4-BE49-F238E27FC236}">
                <a16:creationId xmlns:a16="http://schemas.microsoft.com/office/drawing/2014/main" id="{38E866C0-4A6B-45AE-AD39-B5D29FEB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0" name="grid-h-304">
            <a:extLst xmlns:a="http://schemas.openxmlformats.org/drawingml/2006/main">
              <a:ext uri="{FF2B5EF4-FFF2-40B4-BE49-F238E27FC236}">
                <a16:creationId xmlns:a16="http://schemas.microsoft.com/office/drawing/2014/main" id="{13411E38-EE8C-42EB-8F28-9314DFE3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1" name="grid-h-448">
            <a:extLst xmlns:a="http://schemas.openxmlformats.org/drawingml/2006/main">
              <a:ext uri="{FF2B5EF4-FFF2-40B4-BE49-F238E27FC236}">
                <a16:creationId xmlns:a16="http://schemas.microsoft.com/office/drawing/2014/main" id="{C819E506-19F4-4277-8CF9-25F6EE7E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2" name="grid-h-592">
            <a:extLst xmlns:a="http://schemas.openxmlformats.org/drawingml/2006/main">
              <a:ext uri="{FF2B5EF4-FFF2-40B4-BE49-F238E27FC236}">
                <a16:creationId xmlns:a16="http://schemas.microsoft.com/office/drawing/2014/main" id="{2A45FDD3-36A6-4E93-B03E-831EA882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3" name="chrome-bar">
            <a:extLst xmlns:a="http://schemas.openxmlformats.org/drawingml/2006/main">
              <a:ext uri="{FF2B5EF4-FFF2-40B4-BE49-F238E27FC236}">
                <a16:creationId xmlns:a16="http://schemas.microsoft.com/office/drawing/2014/main" id="{B672F87F-C862-462B-A049-1E7FCA05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4" name="chrome-dot">
            <a:extLst xmlns:a="http://schemas.openxmlformats.org/drawingml/2006/main">
              <a:ext uri="{FF2B5EF4-FFF2-40B4-BE49-F238E27FC236}">
                <a16:creationId xmlns:a16="http://schemas.microsoft.com/office/drawing/2014/main" id="{A6128383-2C42-4EE7-B8F5-B5067B01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15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D63EF074-7B74-4B2A-87AF-F1C7E62A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DiagramMaker AI workspace</a:t>
            </a:r>
          </a:p>
        </p:txBody>
      </p:sp>
      <p:sp>
        <p:nvSpPr>
          <p:cNvPr id="16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C7A201A9-8C07-40B0-8AFC-8E239272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rPr>
              <a:t>FUTURE</a:t>
            </a:r>
          </a:p>
        </p:txBody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8344D8-E454-44E3-821C-33F66D2A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62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A4CB1B1-A62A-48F3-A127-82545361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38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735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B7355"/>
                </a:solidFill>
                <a:latin typeface="Aptos Mono"/>
                <a:ea typeface="Aptos Mono"/>
                <a:cs typeface="Aptos Mono"/>
              </a:rPr>
              <a:t>FUTURE SCOPE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03C54877-A921-4513-8E65-F137FC3E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rPr>
              <a:t>This prototype can grow into a more advanced AI-assisted design platform over time.</a:t>
            </a:r>
          </a:p>
        </p:txBody>
      </p:sp>
      <p:sp>
        <p:nvSpPr>
          <p:cNvPr id="20" name="future-line">
            <a:extLst xmlns:a="http://schemas.openxmlformats.org/drawingml/2006/main">
              <a:ext uri="{FF2B5EF4-FFF2-40B4-BE49-F238E27FC236}">
                <a16:creationId xmlns:a16="http://schemas.microsoft.com/office/drawing/2014/main" id="{67BD5D31-031A-44B6-81AC-9B4CEC37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195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20000"/>
            </a:srgbClr>
          </a:solidFill>
          <a:ln xmlns:a="http://schemas.openxmlformats.org/drawingml/2006/main" w="0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21" name="future-dot-1">
            <a:extLst xmlns:a="http://schemas.openxmlformats.org/drawingml/2006/main">
              <a:ext uri="{FF2B5EF4-FFF2-40B4-BE49-F238E27FC236}">
                <a16:creationId xmlns:a16="http://schemas.microsoft.com/office/drawing/2014/main" id="{56CD1157-1419-44DD-9301-5D98B8C3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43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15686"/>
            </a:srgbClr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22" name="future-panel-1">
            <a:extLst xmlns:a="http://schemas.openxmlformats.org/drawingml/2006/main">
              <a:ext uri="{FF2B5EF4-FFF2-40B4-BE49-F238E27FC236}">
                <a16:creationId xmlns:a16="http://schemas.microsoft.com/office/drawing/2014/main" id="{BD965FDA-BDB7-4043-BCF0-8CA230C9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3" name="future-panel-1-accent">
            <a:extLst xmlns:a="http://schemas.openxmlformats.org/drawingml/2006/main">
              <a:ext uri="{FF2B5EF4-FFF2-40B4-BE49-F238E27FC236}">
                <a16:creationId xmlns:a16="http://schemas.microsoft.com/office/drawing/2014/main" id="{81E6A16E-3A48-45BB-AA1C-EC50C6D9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24" name="future-panel-1-eyebrow">
            <a:extLst xmlns:a="http://schemas.openxmlformats.org/drawingml/2006/main">
              <a:ext uri="{FF2B5EF4-FFF2-40B4-BE49-F238E27FC236}">
                <a16:creationId xmlns:a16="http://schemas.microsoft.com/office/drawing/2014/main" id="{F27167F2-04CA-4424-8B98-5126F04E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146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MILESTONE 01</a:t>
            </a:r>
          </a:p>
        </p:txBody>
      </p:sp>
      <p:sp>
        <p:nvSpPr>
          <p:cNvPr id="25" name="future-panel-1-title">
            <a:extLst xmlns:a="http://schemas.openxmlformats.org/drawingml/2006/main">
              <a:ext uri="{FF2B5EF4-FFF2-40B4-BE49-F238E27FC236}">
                <a16:creationId xmlns:a16="http://schemas.microsoft.com/office/drawing/2014/main" id="{D1FEDCF3-9244-4B34-8CFA-C0F79410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5270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More diagram types</a:t>
            </a:r>
          </a:p>
        </p:txBody>
      </p:sp>
      <p:sp>
        <p:nvSpPr>
          <p:cNvPr id="26" name="future-panel-1-body">
            <a:extLst xmlns:a="http://schemas.openxmlformats.org/drawingml/2006/main">
              <a:ext uri="{FF2B5EF4-FFF2-40B4-BE49-F238E27FC236}">
                <a16:creationId xmlns:a16="http://schemas.microsoft.com/office/drawing/2014/main" id="{6C089D32-DC04-4858-88F1-4ED66505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Support for flowcharts, HLDs, LLDs, and broader architecture views.</a:t>
            </a:r>
          </a:p>
        </p:txBody>
      </p:sp>
      <p:sp>
        <p:nvSpPr>
          <p:cNvPr id="27" name="future-dot-2">
            <a:extLst xmlns:a="http://schemas.openxmlformats.org/drawingml/2006/main">
              <a:ext uri="{FF2B5EF4-FFF2-40B4-BE49-F238E27FC236}">
                <a16:creationId xmlns:a16="http://schemas.microsoft.com/office/drawing/2014/main" id="{0F52002D-D01D-4521-8DD8-CEFC9ACB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43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15686"/>
            </a:srgbClr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28" name="future-panel-2">
            <a:extLst xmlns:a="http://schemas.openxmlformats.org/drawingml/2006/main">
              <a:ext uri="{FF2B5EF4-FFF2-40B4-BE49-F238E27FC236}">
                <a16:creationId xmlns:a16="http://schemas.microsoft.com/office/drawing/2014/main" id="{53141AC1-8CC4-4CE6-B339-EF93B9F1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243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9" name="future-panel-2-accent">
            <a:extLst xmlns:a="http://schemas.openxmlformats.org/drawingml/2006/main">
              <a:ext uri="{FF2B5EF4-FFF2-40B4-BE49-F238E27FC236}">
                <a16:creationId xmlns:a16="http://schemas.microsoft.com/office/drawing/2014/main" id="{4D9A6050-41B6-430B-92CC-F70F07E3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243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30" name="future-panel-2-eyebrow">
            <a:extLst xmlns:a="http://schemas.openxmlformats.org/drawingml/2006/main">
              <a:ext uri="{FF2B5EF4-FFF2-40B4-BE49-F238E27FC236}">
                <a16:creationId xmlns:a16="http://schemas.microsoft.com/office/drawing/2014/main" id="{9F47AD57-E494-4854-BCF2-620C6C75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577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MILESTONE 02</a:t>
            </a:r>
          </a:p>
        </p:txBody>
      </p:sp>
      <p:sp>
        <p:nvSpPr>
          <p:cNvPr id="31" name="future-panel-2-title">
            <a:extLst xmlns:a="http://schemas.openxmlformats.org/drawingml/2006/main">
              <a:ext uri="{FF2B5EF4-FFF2-40B4-BE49-F238E27FC236}">
                <a16:creationId xmlns:a16="http://schemas.microsoft.com/office/drawing/2014/main" id="{1C73ACD7-567D-4CD5-915B-161B42F8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9580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Smarter AI actions</a:t>
            </a:r>
          </a:p>
        </p:txBody>
      </p:sp>
      <p:sp>
        <p:nvSpPr>
          <p:cNvPr id="32" name="future-panel-2-body">
            <a:extLst xmlns:a="http://schemas.openxmlformats.org/drawingml/2006/main">
              <a:ext uri="{FF2B5EF4-FFF2-40B4-BE49-F238E27FC236}">
                <a16:creationId xmlns:a16="http://schemas.microsoft.com/office/drawing/2014/main" id="{2E994DA6-828D-45BF-A92E-71F0453F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9585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The system can later suggest or apply diagram changes more directly.</a:t>
            </a:r>
          </a:p>
        </p:txBody>
      </p:sp>
      <p:sp>
        <p:nvSpPr>
          <p:cNvPr id="33" name="future-dot-3">
            <a:extLst xmlns:a="http://schemas.openxmlformats.org/drawingml/2006/main">
              <a:ext uri="{FF2B5EF4-FFF2-40B4-BE49-F238E27FC236}">
                <a16:creationId xmlns:a16="http://schemas.microsoft.com/office/drawing/2014/main" id="{C4D2BFC3-EB65-44B3-9C5B-E0809088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43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15686"/>
            </a:srgbClr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34" name="future-panel-3">
            <a:extLst xmlns:a="http://schemas.openxmlformats.org/drawingml/2006/main">
              <a:ext uri="{FF2B5EF4-FFF2-40B4-BE49-F238E27FC236}">
                <a16:creationId xmlns:a16="http://schemas.microsoft.com/office/drawing/2014/main" id="{E0690100-58FD-48FC-96C7-481177A4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812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35" name="future-panel-3-accent">
            <a:extLst xmlns:a="http://schemas.openxmlformats.org/drawingml/2006/main">
              <a:ext uri="{FF2B5EF4-FFF2-40B4-BE49-F238E27FC236}">
                <a16:creationId xmlns:a16="http://schemas.microsoft.com/office/drawing/2014/main" id="{EF34915C-EB4D-4D74-9996-A99ED39D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812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36" name="future-panel-3-eyebrow">
            <a:extLst xmlns:a="http://schemas.openxmlformats.org/drawingml/2006/main">
              <a:ext uri="{FF2B5EF4-FFF2-40B4-BE49-F238E27FC236}">
                <a16:creationId xmlns:a16="http://schemas.microsoft.com/office/drawing/2014/main" id="{E39AADB3-FF0C-4EEC-B01C-6C3147F5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146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MILESTONE 03</a:t>
            </a:r>
          </a:p>
        </p:txBody>
      </p:sp>
      <p:sp>
        <p:nvSpPr>
          <p:cNvPr id="37" name="future-panel-3-title">
            <a:extLst xmlns:a="http://schemas.openxmlformats.org/drawingml/2006/main">
              <a:ext uri="{FF2B5EF4-FFF2-40B4-BE49-F238E27FC236}">
                <a16:creationId xmlns:a16="http://schemas.microsoft.com/office/drawing/2014/main" id="{C48F112A-82AB-4982-9AA5-F8938B65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5270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Better project storage</a:t>
            </a:r>
          </a:p>
        </p:txBody>
      </p:sp>
      <p:sp>
        <p:nvSpPr>
          <p:cNvPr id="38" name="future-panel-3-body">
            <a:extLst xmlns:a="http://schemas.openxmlformats.org/drawingml/2006/main">
              <a:ext uri="{FF2B5EF4-FFF2-40B4-BE49-F238E27FC236}">
                <a16:creationId xmlns:a16="http://schemas.microsoft.com/office/drawing/2014/main" id="{5AEEF056-18DA-471A-B348-BCCCAE87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A stronger project database can replace the current single-file model.</a:t>
            </a:r>
          </a:p>
        </p:txBody>
      </p:sp>
      <p:sp>
        <p:nvSpPr>
          <p:cNvPr id="39" name="future-dot-4">
            <a:extLst xmlns:a="http://schemas.openxmlformats.org/drawingml/2006/main">
              <a:ext uri="{FF2B5EF4-FFF2-40B4-BE49-F238E27FC236}">
                <a16:creationId xmlns:a16="http://schemas.microsoft.com/office/drawing/2014/main" id="{06841D83-C93B-45E7-A2C9-47AE17E6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43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15686"/>
            </a:srgbClr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40" name="future-panel-4">
            <a:extLst xmlns:a="http://schemas.openxmlformats.org/drawingml/2006/main">
              <a:ext uri="{FF2B5EF4-FFF2-40B4-BE49-F238E27FC236}">
                <a16:creationId xmlns:a16="http://schemas.microsoft.com/office/drawing/2014/main" id="{A6E6166E-72E4-4AF7-8165-E742786B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41" name="future-panel-4-accent">
            <a:extLst xmlns:a="http://schemas.openxmlformats.org/drawingml/2006/main">
              <a:ext uri="{FF2B5EF4-FFF2-40B4-BE49-F238E27FC236}">
                <a16:creationId xmlns:a16="http://schemas.microsoft.com/office/drawing/2014/main" id="{03100BFD-D0BD-48BE-BFC5-7F0F42CD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42" name="future-panel-4-eyebrow">
            <a:extLst xmlns:a="http://schemas.openxmlformats.org/drawingml/2006/main">
              <a:ext uri="{FF2B5EF4-FFF2-40B4-BE49-F238E27FC236}">
                <a16:creationId xmlns:a16="http://schemas.microsoft.com/office/drawing/2014/main" id="{D297ED55-A2E6-472D-9BF0-187990C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MILESTONE 04</a:t>
            </a:r>
          </a:p>
        </p:txBody>
      </p:sp>
      <p:sp>
        <p:nvSpPr>
          <p:cNvPr id="43" name="future-panel-4-title">
            <a:extLst xmlns:a="http://schemas.openxmlformats.org/drawingml/2006/main">
              <a:ext uri="{FF2B5EF4-FFF2-40B4-BE49-F238E27FC236}">
                <a16:creationId xmlns:a16="http://schemas.microsoft.com/office/drawing/2014/main" id="{7C78D585-3A41-4E34-B663-F6516689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Team collaboration</a:t>
            </a:r>
          </a:p>
        </p:txBody>
      </p:sp>
      <p:sp>
        <p:nvSpPr>
          <p:cNvPr id="44" name="future-panel-4-body">
            <a:extLst xmlns:a="http://schemas.openxmlformats.org/drawingml/2006/main">
              <a:ext uri="{FF2B5EF4-FFF2-40B4-BE49-F238E27FC236}">
                <a16:creationId xmlns:a16="http://schemas.microsoft.com/office/drawing/2014/main" id="{2394AB8A-7652-4890-9CEF-97364A82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9585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9C9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59C92"/>
                </a:solidFill>
                <a:latin typeface="Aptos"/>
                <a:ea typeface="Aptos"/>
                <a:cs typeface="Aptos"/>
              </a:rPr>
              <a:t>Multiple users could review, edit, and improve ideas together.</a:t>
            </a:r>
          </a:p>
        </p:txBody>
      </p:sp>
      <p:sp>
        <p:nvSpPr>
          <p:cNvPr id="45" name="footer">
            <a:extLst xmlns:a="http://schemas.openxmlformats.org/drawingml/2006/main">
              <a:ext uri="{FF2B5EF4-FFF2-40B4-BE49-F238E27FC236}">
                <a16:creationId xmlns:a16="http://schemas.microsoft.com/office/drawing/2014/main" id="{71CAEA93-0CA9-443C-B5D0-66F28986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rPr>
              <a:t>AI Based Diagram Maker</a:t>
            </a:r>
          </a:p>
        </p:txBody>
      </p:sp>
    </p:spTree>
    <p:extLst>
      <p:ext uri="{BB962C8B-B14F-4D97-AF65-F5344CB8AC3E}">
        <p14:creationId xmlns:p14="http://schemas.microsoft.com/office/powerpoint/2010/main" val="5643182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FE785FC-2667-414E-A436-C232B0FE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2" name="main-frame">
            <a:extLst xmlns:a="http://schemas.openxmlformats.org/drawingml/2006/main">
              <a:ext uri="{FF2B5EF4-FFF2-40B4-BE49-F238E27FC236}">
                <a16:creationId xmlns:a16="http://schemas.microsoft.com/office/drawing/2014/main" id="{605C53D0-3817-4FE3-8695-7124ABE0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" name="glow-top">
            <a:extLst xmlns:a="http://schemas.openxmlformats.org/drawingml/2006/main">
              <a:ext uri="{FF2B5EF4-FFF2-40B4-BE49-F238E27FC236}">
                <a16:creationId xmlns:a16="http://schemas.microsoft.com/office/drawing/2014/main" id="{9BD1BFC3-FA14-4717-B7C0-19AFC9C5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857250"/>
            <a:ext cx="3619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A882">
              <a:alpha val="9412"/>
            </a:srgbClr>
          </a:solidFill>
          <a:ln xmlns:a="http://schemas.openxmlformats.org/drawingml/2006/main" w="0">
            <a:solidFill>
              <a:srgbClr val="C4A882">
                <a:alpha val="9412"/>
              </a:srgbClr>
            </a:solidFill>
            <a:prstDash val="solid"/>
          </a:ln>
        </p:spPr>
      </p:sp>
      <p:sp>
        <p:nvSpPr>
          <p:cNvPr id="4" name="glow-bottom">
            <a:extLst xmlns:a="http://schemas.openxmlformats.org/drawingml/2006/main">
              <a:ext uri="{FF2B5EF4-FFF2-40B4-BE49-F238E27FC236}">
                <a16:creationId xmlns:a16="http://schemas.microsoft.com/office/drawing/2014/main" id="{54172BD0-04FE-48AD-A429-C1F7F593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" y="4953000"/>
            <a:ext cx="26670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6A7A">
              <a:alpha val="7843"/>
            </a:srgbClr>
          </a:solidFill>
          <a:ln xmlns:a="http://schemas.openxmlformats.org/drawingml/2006/main" w="0">
            <a:solidFill>
              <a:srgbClr val="5A6A7A">
                <a:alpha val="7843"/>
              </a:srgbClr>
            </a:solidFill>
            <a:prstDash val="solid"/>
          </a:ln>
        </p:spPr>
      </p:sp>
      <p:sp>
        <p:nvSpPr>
          <p:cNvPr id="5" name="grid-v-112">
            <a:extLst xmlns:a="http://schemas.openxmlformats.org/drawingml/2006/main">
              <a:ext uri="{FF2B5EF4-FFF2-40B4-BE49-F238E27FC236}">
                <a16:creationId xmlns:a16="http://schemas.microsoft.com/office/drawing/2014/main" id="{A924657E-2F7B-4DD1-B781-22307E6D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" name="grid-v-408">
            <a:extLst xmlns:a="http://schemas.openxmlformats.org/drawingml/2006/main">
              <a:ext uri="{FF2B5EF4-FFF2-40B4-BE49-F238E27FC236}">
                <a16:creationId xmlns:a16="http://schemas.microsoft.com/office/drawing/2014/main" id="{7BC13AD6-C0D2-4258-889D-D30881DD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7" name="grid-v-704">
            <a:extLst xmlns:a="http://schemas.openxmlformats.org/drawingml/2006/main">
              <a:ext uri="{FF2B5EF4-FFF2-40B4-BE49-F238E27FC236}">
                <a16:creationId xmlns:a16="http://schemas.microsoft.com/office/drawing/2014/main" id="{144F105F-3F64-4357-98C9-956107F8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8" name="grid-v-1000">
            <a:extLst xmlns:a="http://schemas.openxmlformats.org/drawingml/2006/main">
              <a:ext uri="{FF2B5EF4-FFF2-40B4-BE49-F238E27FC236}">
                <a16:creationId xmlns:a16="http://schemas.microsoft.com/office/drawing/2014/main" id="{EE4E5604-39E6-4667-A277-81773A08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239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9" name="grid-h-160">
            <a:extLst xmlns:a="http://schemas.openxmlformats.org/drawingml/2006/main">
              <a:ext uri="{FF2B5EF4-FFF2-40B4-BE49-F238E27FC236}">
                <a16:creationId xmlns:a16="http://schemas.microsoft.com/office/drawing/2014/main" id="{2DABD89E-4655-47E4-8C47-E653F165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0" name="grid-h-304">
            <a:extLst xmlns:a="http://schemas.openxmlformats.org/drawingml/2006/main">
              <a:ext uri="{FF2B5EF4-FFF2-40B4-BE49-F238E27FC236}">
                <a16:creationId xmlns:a16="http://schemas.microsoft.com/office/drawing/2014/main" id="{DF394630-0767-4F7F-A592-B6E1ACE7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1" name="grid-h-448">
            <a:extLst xmlns:a="http://schemas.openxmlformats.org/drawingml/2006/main">
              <a:ext uri="{FF2B5EF4-FFF2-40B4-BE49-F238E27FC236}">
                <a16:creationId xmlns:a16="http://schemas.microsoft.com/office/drawing/2014/main" id="{6B947DD1-E2D1-406D-9A07-4F5B50EF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2" name="grid-h-592">
            <a:extLst xmlns:a="http://schemas.openxmlformats.org/drawingml/2006/main">
              <a:ext uri="{FF2B5EF4-FFF2-40B4-BE49-F238E27FC236}">
                <a16:creationId xmlns:a16="http://schemas.microsoft.com/office/drawing/2014/main" id="{8034CE27-2322-4ACC-B460-27AA60DC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3" name="chrome-bar">
            <a:extLst xmlns:a="http://schemas.openxmlformats.org/drawingml/2006/main">
              <a:ext uri="{FF2B5EF4-FFF2-40B4-BE49-F238E27FC236}">
                <a16:creationId xmlns:a16="http://schemas.microsoft.com/office/drawing/2014/main" id="{2651D513-223E-4FD8-BE06-ECD4F50F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14" name="chrome-dot">
            <a:extLst xmlns:a="http://schemas.openxmlformats.org/drawingml/2006/main">
              <a:ext uri="{FF2B5EF4-FFF2-40B4-BE49-F238E27FC236}">
                <a16:creationId xmlns:a16="http://schemas.microsoft.com/office/drawing/2014/main" id="{5F8C6991-BEA7-4D25-91BE-5F5B7CB1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15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F876D464-B492-43A6-ADC9-313A7BE0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DiagramMaker AI workspace</a:t>
            </a:r>
          </a:p>
        </p:txBody>
      </p:sp>
      <p:sp>
        <p:nvSpPr>
          <p:cNvPr id="16" name="chrome-section">
            <a:extLst xmlns:a="http://schemas.openxmlformats.org/drawingml/2006/main">
              <a:ext uri="{FF2B5EF4-FFF2-40B4-BE49-F238E27FC236}">
                <a16:creationId xmlns:a16="http://schemas.microsoft.com/office/drawing/2014/main" id="{B3721FF8-AC0B-4FC2-878B-680C574D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8B7355"/>
                </a:solidFill>
                <a:latin typeface="Aptos Mono"/>
                <a:ea typeface="Aptos Mono"/>
                <a:cs typeface="Aptos Mono"/>
              </a:rPr>
              <a:t>CLOSING</a:t>
            </a:r>
          </a:p>
        </p:txBody>
      </p:sp>
      <p:sp>
        <p:nvSpPr>
          <p:cNvPr id="17" name="closing-tag">
            <a:extLst xmlns:a="http://schemas.openxmlformats.org/drawingml/2006/main">
              <a:ext uri="{FF2B5EF4-FFF2-40B4-BE49-F238E27FC236}">
                <a16:creationId xmlns:a16="http://schemas.microsoft.com/office/drawing/2014/main" id="{63B5B52A-5695-4E64-A64C-A592919C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9412"/>
            </a:srgbClr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18" name="closing-tag-text">
            <a:extLst xmlns:a="http://schemas.openxmlformats.org/drawingml/2006/main">
              <a:ext uri="{FF2B5EF4-FFF2-40B4-BE49-F238E27FC236}">
                <a16:creationId xmlns:a16="http://schemas.microsoft.com/office/drawing/2014/main" id="{15573257-E43B-4C09-8569-A7F6E96F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4A88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A882"/>
                </a:solidFill>
                <a:latin typeface="Aptos Mono"/>
                <a:ea typeface="Aptos Mono"/>
                <a:cs typeface="Aptos Mono"/>
              </a:rPr>
              <a:t>CONCLUSION</a:t>
            </a:r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2E7B5AAD-C27A-4787-8800-562546A7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590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8E4DF"/>
                </a:solidFill>
                <a:latin typeface="Aptos Display"/>
                <a:ea typeface="Aptos Display"/>
                <a:cs typeface="Aptos Display"/>
              </a:rPr>
              <a:t>DiagramMaker AI turns project ideas into clearer visual understanding.</a:t>
            </a:r>
          </a:p>
        </p:txBody>
      </p:sp>
      <p:sp>
        <p:nvSpPr>
          <p:cNvPr id="20" name="body">
            <a:extLst xmlns:a="http://schemas.openxmlformats.org/drawingml/2006/main">
              <a:ext uri="{FF2B5EF4-FFF2-40B4-BE49-F238E27FC236}">
                <a16:creationId xmlns:a16="http://schemas.microsoft.com/office/drawing/2014/main" id="{5FFC632B-7913-417B-B596-7789C63B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533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The redesigned deck now matches the product better: dark workspace surfaces, muted gold actions, and structured panels that feel closer to the real interface.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The main story stays the same: the project helps users think, build, and explain diagrams more clearly.</a:t>
            </a:r>
          </a:p>
        </p:txBody>
      </p:sp>
      <p:sp>
        <p:nvSpPr>
          <p:cNvPr id="21" name="closing-qna">
            <a:extLst xmlns:a="http://schemas.openxmlformats.org/drawingml/2006/main">
              <a:ext uri="{FF2B5EF4-FFF2-40B4-BE49-F238E27FC236}">
                <a16:creationId xmlns:a16="http://schemas.microsoft.com/office/drawing/2014/main" id="{050319ED-71EA-48C7-85E0-BC709BCE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2" name="closing-qna-text">
            <a:extLst xmlns:a="http://schemas.openxmlformats.org/drawingml/2006/main">
              <a:ext uri="{FF2B5EF4-FFF2-40B4-BE49-F238E27FC236}">
                <a16:creationId xmlns:a16="http://schemas.microsoft.com/office/drawing/2014/main" id="{A0DCD7FE-8FE8-42E0-A90C-0741BE2F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8E4D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E8E4DF"/>
                </a:solidFill>
                <a:latin typeface="Aptos Mono"/>
                <a:ea typeface="Aptos Mono"/>
                <a:cs typeface="Aptos Mono"/>
              </a:rPr>
              <a:t>THANK YOU / QUESTIONS</a:t>
            </a:r>
          </a:p>
        </p:txBody>
      </p:sp>
      <p:sp>
        <p:nvSpPr>
          <p:cNvPr id="23" name="closing-shell">
            <a:extLst xmlns:a="http://schemas.openxmlformats.org/drawingml/2006/main">
              <a:ext uri="{FF2B5EF4-FFF2-40B4-BE49-F238E27FC236}">
                <a16:creationId xmlns:a16="http://schemas.microsoft.com/office/drawing/2014/main" id="{5968B2C9-1817-4B59-ABC2-C66A8A3D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219200"/>
            <a:ext cx="4095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24" name="closing-shell-header">
            <a:extLst xmlns:a="http://schemas.openxmlformats.org/drawingml/2006/main">
              <a:ext uri="{FF2B5EF4-FFF2-40B4-BE49-F238E27FC236}">
                <a16:creationId xmlns:a16="http://schemas.microsoft.com/office/drawing/2014/main" id="{9E111FD5-B811-4A13-AD0A-AB78151E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2192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25" name="closing-shell-icon">
            <a:extLst xmlns:a="http://schemas.openxmlformats.org/drawingml/2006/main">
              <a:ext uri="{FF2B5EF4-FFF2-40B4-BE49-F238E27FC236}">
                <a16:creationId xmlns:a16="http://schemas.microsoft.com/office/drawing/2014/main" id="{72AF3CB3-29B4-4962-8940-82A3393A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314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  <a:ln xmlns:a="http://schemas.openxmlformats.org/drawingml/2006/main" w="0">
            <a:solidFill>
              <a:srgbClr val="C4A882"/>
            </a:solidFill>
            <a:prstDash val="solid"/>
          </a:ln>
        </p:spPr>
      </p:sp>
      <p:sp>
        <p:nvSpPr>
          <p:cNvPr id="26" name="closing-shell-header-title">
            <a:extLst xmlns:a="http://schemas.openxmlformats.org/drawingml/2006/main">
              <a:ext uri="{FF2B5EF4-FFF2-40B4-BE49-F238E27FC236}">
                <a16:creationId xmlns:a16="http://schemas.microsoft.com/office/drawing/2014/main" id="{9E4031E9-9737-48EA-A7D9-2439C10A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763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DiagramMaker AI</a:t>
            </a:r>
          </a:p>
        </p:txBody>
      </p:sp>
      <p:sp>
        <p:nvSpPr>
          <p:cNvPr id="27" name="closing-shell-header-status">
            <a:extLst xmlns:a="http://schemas.openxmlformats.org/drawingml/2006/main">
              <a:ext uri="{FF2B5EF4-FFF2-40B4-BE49-F238E27FC236}">
                <a16:creationId xmlns:a16="http://schemas.microsoft.com/office/drawing/2014/main" id="{A135A175-0A08-4618-8C86-C36FB79D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2763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600" b="0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live prototype</a:t>
            </a:r>
          </a:p>
        </p:txBody>
      </p:sp>
      <p:sp>
        <p:nvSpPr>
          <p:cNvPr id="28" name="closing-shell-chat-bg">
            <a:extLst xmlns:a="http://schemas.openxmlformats.org/drawingml/2006/main">
              <a:ext uri="{FF2B5EF4-FFF2-40B4-BE49-F238E27FC236}">
                <a16:creationId xmlns:a16="http://schemas.microsoft.com/office/drawing/2014/main" id="{ED2D9AA6-2F1E-49AE-B588-842EC5DF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85900"/>
            <a:ext cx="11049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29" name="closing-shell-settings-bg">
            <a:extLst xmlns:a="http://schemas.openxmlformats.org/drawingml/2006/main">
              <a:ext uri="{FF2B5EF4-FFF2-40B4-BE49-F238E27FC236}">
                <a16:creationId xmlns:a16="http://schemas.microsoft.com/office/drawing/2014/main" id="{B31D6EBC-AA2A-4D09-ABDA-47514B9A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485900"/>
            <a:ext cx="90487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0" name="closing-shell-toolbar">
            <a:extLst xmlns:a="http://schemas.openxmlformats.org/drawingml/2006/main">
              <a:ext uri="{FF2B5EF4-FFF2-40B4-BE49-F238E27FC236}">
                <a16:creationId xmlns:a16="http://schemas.microsoft.com/office/drawing/2014/main" id="{DF21A65A-33C0-45D8-9242-0BD32DAE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85900"/>
            <a:ext cx="2085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1" name="closing-shell-footer">
            <a:extLst xmlns:a="http://schemas.openxmlformats.org/drawingml/2006/main">
              <a:ext uri="{FF2B5EF4-FFF2-40B4-BE49-F238E27FC236}">
                <a16:creationId xmlns:a16="http://schemas.microsoft.com/office/drawing/2014/main" id="{9883F84A-D822-4F4E-AC95-B64E0D67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76750"/>
            <a:ext cx="2085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2" name="closing-shell-divider-left">
            <a:extLst xmlns:a="http://schemas.openxmlformats.org/drawingml/2006/main">
              <a:ext uri="{FF2B5EF4-FFF2-40B4-BE49-F238E27FC236}">
                <a16:creationId xmlns:a16="http://schemas.microsoft.com/office/drawing/2014/main" id="{3D510CA3-8646-47E6-9059-ED9FC427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85900"/>
            <a:ext cx="952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3" name="closing-shell-divider-right">
            <a:extLst xmlns:a="http://schemas.openxmlformats.org/drawingml/2006/main">
              <a:ext uri="{FF2B5EF4-FFF2-40B4-BE49-F238E27FC236}">
                <a16:creationId xmlns:a16="http://schemas.microsoft.com/office/drawing/2014/main" id="{99BDFB98-23D9-42D7-8421-8392D479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485900"/>
            <a:ext cx="952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4" name="closing-shell-canvas-bg">
            <a:extLst xmlns:a="http://schemas.openxmlformats.org/drawingml/2006/main">
              <a:ext uri="{FF2B5EF4-FFF2-40B4-BE49-F238E27FC236}">
                <a16:creationId xmlns:a16="http://schemas.microsoft.com/office/drawing/2014/main" id="{3BCC8B08-B71D-478E-A3E4-266E284B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95450"/>
            <a:ext cx="20859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5" name="closing-shell-bubble-1">
            <a:extLst xmlns:a="http://schemas.openxmlformats.org/drawingml/2006/main">
              <a:ext uri="{FF2B5EF4-FFF2-40B4-BE49-F238E27FC236}">
                <a16:creationId xmlns:a16="http://schemas.microsoft.com/office/drawing/2014/main" id="{BB1E73B7-F35D-4FA5-98E4-CF664B76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573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36" name="closing-shell-bubble-1-text">
            <a:extLst xmlns:a="http://schemas.openxmlformats.org/drawingml/2006/main">
              <a:ext uri="{FF2B5EF4-FFF2-40B4-BE49-F238E27FC236}">
                <a16:creationId xmlns:a16="http://schemas.microsoft.com/office/drawing/2014/main" id="{D3263A1E-1343-4EEC-A9FA-DF5E635E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33550"/>
            <a:ext cx="647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How should I design this system?</a:t>
            </a:r>
          </a:p>
        </p:txBody>
      </p:sp>
      <p:sp>
        <p:nvSpPr>
          <p:cNvPr id="37" name="closing-shell-bubble-2">
            <a:extLst xmlns:a="http://schemas.openxmlformats.org/drawingml/2006/main">
              <a:ext uri="{FF2B5EF4-FFF2-40B4-BE49-F238E27FC236}">
                <a16:creationId xmlns:a16="http://schemas.microsoft.com/office/drawing/2014/main" id="{D8DAFC6A-85A5-4BE0-B7FE-BF8ACF4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09800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9412"/>
            </a:srgbClr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38" name="closing-shell-bubble-2-text">
            <a:extLst xmlns:a="http://schemas.openxmlformats.org/drawingml/2006/main">
              <a:ext uri="{FF2B5EF4-FFF2-40B4-BE49-F238E27FC236}">
                <a16:creationId xmlns:a16="http://schemas.microsoft.com/office/drawing/2014/main" id="{B63AFE1D-5122-4BC6-911E-D4CA4970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8600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E8E4DF"/>
                </a:solidFill>
                <a:latin typeface="Aptos"/>
                <a:ea typeface="Aptos"/>
                <a:cs typeface="Aptos"/>
              </a:rPr>
              <a:t>Start with client, API service, and design store.</a:t>
            </a:r>
          </a:p>
        </p:txBody>
      </p:sp>
      <p:sp>
        <p:nvSpPr>
          <p:cNvPr id="39" name="closing-shell-bubble-3">
            <a:extLst xmlns:a="http://schemas.openxmlformats.org/drawingml/2006/main">
              <a:ext uri="{FF2B5EF4-FFF2-40B4-BE49-F238E27FC236}">
                <a16:creationId xmlns:a16="http://schemas.microsoft.com/office/drawing/2014/main" id="{B2B0AF25-19E6-4AC5-855F-1CAD5285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76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40" name="closing-shell-bubble-3-text">
            <a:extLst xmlns:a="http://schemas.openxmlformats.org/drawingml/2006/main">
              <a:ext uri="{FF2B5EF4-FFF2-40B4-BE49-F238E27FC236}">
                <a16:creationId xmlns:a16="http://schemas.microsoft.com/office/drawing/2014/main" id="{ACCCD7B7-7A97-467B-AB48-213EBD06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337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Can I add more nodes later?</a:t>
            </a:r>
          </a:p>
        </p:txBody>
      </p:sp>
      <p:sp>
        <p:nvSpPr>
          <p:cNvPr id="41" name="closing-shell-tool-1">
            <a:extLst xmlns:a="http://schemas.openxmlformats.org/drawingml/2006/main">
              <a:ext uri="{FF2B5EF4-FFF2-40B4-BE49-F238E27FC236}">
                <a16:creationId xmlns:a16="http://schemas.microsoft.com/office/drawing/2014/main" id="{7CFE3559-8C90-45CF-B9A4-0C909DB0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2400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42" name="closing-shell-tool-1-text">
            <a:extLst xmlns:a="http://schemas.openxmlformats.org/drawingml/2006/main">
              <a:ext uri="{FF2B5EF4-FFF2-40B4-BE49-F238E27FC236}">
                <a16:creationId xmlns:a16="http://schemas.microsoft.com/office/drawing/2014/main" id="{568590BA-24D8-4CB0-9AAF-2D9AFBC0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defRPr>
            </a:pPr>
            <a:r>
              <a: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rPr>
              <a:t>add</a:t>
            </a:r>
          </a:p>
        </p:txBody>
      </p:sp>
      <p:sp>
        <p:nvSpPr>
          <p:cNvPr id="43" name="closing-shell-tool-2">
            <a:extLst xmlns:a="http://schemas.openxmlformats.org/drawingml/2006/main">
              <a:ext uri="{FF2B5EF4-FFF2-40B4-BE49-F238E27FC236}">
                <a16:creationId xmlns:a16="http://schemas.microsoft.com/office/drawing/2014/main" id="{77AD8D6A-F4B8-4643-8B6F-2A80E816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44" name="closing-shell-tool-2-text">
            <a:extLst xmlns:a="http://schemas.openxmlformats.org/drawingml/2006/main">
              <a:ext uri="{FF2B5EF4-FFF2-40B4-BE49-F238E27FC236}">
                <a16:creationId xmlns:a16="http://schemas.microsoft.com/office/drawing/2014/main" id="{35404642-9042-4636-B9CF-CA3C7E09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621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defRPr>
            </a:pPr>
            <a:r>
              <a: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rPr>
              <a:t>connect</a:t>
            </a:r>
          </a:p>
        </p:txBody>
      </p:sp>
      <p:sp>
        <p:nvSpPr>
          <p:cNvPr id="45" name="closing-shell-tool-3">
            <a:extLst xmlns:a="http://schemas.openxmlformats.org/drawingml/2006/main">
              <a:ext uri="{FF2B5EF4-FFF2-40B4-BE49-F238E27FC236}">
                <a16:creationId xmlns:a16="http://schemas.microsoft.com/office/drawing/2014/main" id="{058FA4D9-0CAE-44CB-ACF0-23967292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46" name="closing-shell-tool-3-text">
            <a:extLst xmlns:a="http://schemas.openxmlformats.org/drawingml/2006/main">
              <a:ext uri="{FF2B5EF4-FFF2-40B4-BE49-F238E27FC236}">
                <a16:creationId xmlns:a16="http://schemas.microsoft.com/office/drawing/2014/main" id="{6FE47A01-0949-4B59-933A-94F3E46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6210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defRPr>
            </a:pPr>
            <a:r>
              <a:rPr sz="525" b="1">
                <a:solidFill>
                  <a:srgbClr val="A59C92"/>
                </a:solidFill>
                <a:latin typeface="Aptos Mono"/>
                <a:ea typeface="Aptos Mono"/>
                <a:cs typeface="Aptos Mono"/>
              </a:rPr>
              <a:t>zoom</a:t>
            </a:r>
          </a:p>
        </p:txBody>
      </p:sp>
      <p:sp>
        <p:nvSpPr>
          <p:cNvPr id="47" name="closing-shell-edge-1">
            <a:extLst xmlns:a="http://schemas.openxmlformats.org/drawingml/2006/main">
              <a:ext uri="{FF2B5EF4-FFF2-40B4-BE49-F238E27FC236}">
                <a16:creationId xmlns:a16="http://schemas.microsoft.com/office/drawing/2014/main" id="{8C3F9F7D-C595-4EFD-9FDB-3A2C92A3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8600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20000"/>
            </a:srgbClr>
          </a:solidFill>
          <a:ln xmlns:a="http://schemas.openxmlformats.org/drawingml/2006/main" w="0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48" name="closing-shell-edge-2">
            <a:extLst xmlns:a="http://schemas.openxmlformats.org/drawingml/2006/main">
              <a:ext uri="{FF2B5EF4-FFF2-40B4-BE49-F238E27FC236}">
                <a16:creationId xmlns:a16="http://schemas.microsoft.com/office/drawing/2014/main" id="{2A90F8E2-955A-499F-B5F3-B5DFEF47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8600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>
              <a:alpha val="20000"/>
            </a:srgbClr>
          </a:solidFill>
          <a:ln xmlns:a="http://schemas.openxmlformats.org/drawingml/2006/main" w="0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49" name="closing-shell-node-1">
            <a:extLst xmlns:a="http://schemas.openxmlformats.org/drawingml/2006/main">
              <a:ext uri="{FF2B5EF4-FFF2-40B4-BE49-F238E27FC236}">
                <a16:creationId xmlns:a16="http://schemas.microsoft.com/office/drawing/2014/main" id="{225115FC-7C20-4CA9-B999-EEECF51E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526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50" name="closing-shell-node-1-text">
            <a:extLst xmlns:a="http://schemas.openxmlformats.org/drawingml/2006/main">
              <a:ext uri="{FF2B5EF4-FFF2-40B4-BE49-F238E27FC236}">
                <a16:creationId xmlns:a16="http://schemas.microsoft.com/office/drawing/2014/main" id="{360FF233-C70D-44BC-B271-F851E27F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51" name="closing-shell-node-2">
            <a:extLst xmlns:a="http://schemas.openxmlformats.org/drawingml/2006/main">
              <a:ext uri="{FF2B5EF4-FFF2-40B4-BE49-F238E27FC236}">
                <a16:creationId xmlns:a16="http://schemas.microsoft.com/office/drawing/2014/main" id="{817DFD46-8E54-4B71-88E9-0C1D7897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526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52" name="closing-shell-node-2-text">
            <a:extLst xmlns:a="http://schemas.openxmlformats.org/drawingml/2006/main">
              <a:ext uri="{FF2B5EF4-FFF2-40B4-BE49-F238E27FC236}">
                <a16:creationId xmlns:a16="http://schemas.microsoft.com/office/drawing/2014/main" id="{77066F72-5DBC-4997-833A-96189340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098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53" name="closing-shell-node-3">
            <a:extLst xmlns:a="http://schemas.openxmlformats.org/drawingml/2006/main">
              <a:ext uri="{FF2B5EF4-FFF2-40B4-BE49-F238E27FC236}">
                <a16:creationId xmlns:a16="http://schemas.microsoft.com/office/drawing/2014/main" id="{A9DCB57A-2B6F-4D88-9421-F099B82A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526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54" name="closing-shell-node-3-text">
            <a:extLst xmlns:a="http://schemas.openxmlformats.org/drawingml/2006/main">
              <a:ext uri="{FF2B5EF4-FFF2-40B4-BE49-F238E27FC236}">
                <a16:creationId xmlns:a16="http://schemas.microsoft.com/office/drawing/2014/main" id="{C07959E3-FD49-4A52-9C1E-5950DA17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098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Store</a:t>
            </a:r>
          </a:p>
        </p:txBody>
      </p:sp>
      <p:sp>
        <p:nvSpPr>
          <p:cNvPr id="55" name="closing-shell-node-4">
            <a:extLst xmlns:a="http://schemas.openxmlformats.org/drawingml/2006/main">
              <a:ext uri="{FF2B5EF4-FFF2-40B4-BE49-F238E27FC236}">
                <a16:creationId xmlns:a16="http://schemas.microsoft.com/office/drawing/2014/main" id="{0D10DDEB-5AC4-4614-BE23-C75FC3EA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765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56" name="closing-shell-node-4-text">
            <a:extLst xmlns:a="http://schemas.openxmlformats.org/drawingml/2006/main">
              <a:ext uri="{FF2B5EF4-FFF2-40B4-BE49-F238E27FC236}">
                <a16:creationId xmlns:a16="http://schemas.microsoft.com/office/drawing/2014/main" id="{35079F3C-7E3A-4BA7-8E90-CC6460FE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AI Chat</a:t>
            </a:r>
          </a:p>
        </p:txBody>
      </p:sp>
      <p:sp>
        <p:nvSpPr>
          <p:cNvPr id="57" name="closing-shell-node-5">
            <a:extLst xmlns:a="http://schemas.openxmlformats.org/drawingml/2006/main">
              <a:ext uri="{FF2B5EF4-FFF2-40B4-BE49-F238E27FC236}">
                <a16:creationId xmlns:a16="http://schemas.microsoft.com/office/drawing/2014/main" id="{44055D20-DD04-4408-B718-05557CDF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956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58" name="closing-shell-node-5-text">
            <a:extLst xmlns:a="http://schemas.openxmlformats.org/drawingml/2006/main">
              <a:ext uri="{FF2B5EF4-FFF2-40B4-BE49-F238E27FC236}">
                <a16:creationId xmlns:a16="http://schemas.microsoft.com/office/drawing/2014/main" id="{1C554F53-D581-44D6-99CC-6BFBF36C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527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FC7B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FC7BE"/>
                </a:solidFill>
                <a:latin typeface="Aptos"/>
                <a:ea typeface="Aptos"/>
                <a:cs typeface="Aptos"/>
              </a:rPr>
              <a:t>Canvas</a:t>
            </a:r>
          </a:p>
        </p:txBody>
      </p:sp>
      <p:sp>
        <p:nvSpPr>
          <p:cNvPr id="59" name="closing-shell-edge-3">
            <a:extLst xmlns:a="http://schemas.openxmlformats.org/drawingml/2006/main">
              <a:ext uri="{FF2B5EF4-FFF2-40B4-BE49-F238E27FC236}">
                <a16:creationId xmlns:a16="http://schemas.microsoft.com/office/drawing/2014/main" id="{E89803FE-FD29-4A9B-A105-2340DE1C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099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0" name="closing-shell-settings-label-1">
            <a:extLst xmlns:a="http://schemas.openxmlformats.org/drawingml/2006/main">
              <a:ext uri="{FF2B5EF4-FFF2-40B4-BE49-F238E27FC236}">
                <a16:creationId xmlns:a16="http://schemas.microsoft.com/office/drawing/2014/main" id="{D4204FD7-A9D4-4D6F-83B9-D0DC8E77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6573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CANVAS</a:t>
            </a:r>
          </a:p>
        </p:txBody>
      </p:sp>
      <p:sp>
        <p:nvSpPr>
          <p:cNvPr id="61" name="closing-shell-settings-line-1">
            <a:extLst xmlns:a="http://schemas.openxmlformats.org/drawingml/2006/main">
              <a:ext uri="{FF2B5EF4-FFF2-40B4-BE49-F238E27FC236}">
                <a16:creationId xmlns:a16="http://schemas.microsoft.com/office/drawing/2014/main" id="{C04CED31-691D-4605-8F7D-C5AD836A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866900"/>
            <a:ext cx="676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2" name="closing-shell-settings-pill-1">
            <a:extLst xmlns:a="http://schemas.openxmlformats.org/drawingml/2006/main">
              <a:ext uri="{FF2B5EF4-FFF2-40B4-BE49-F238E27FC236}">
                <a16:creationId xmlns:a16="http://schemas.microsoft.com/office/drawing/2014/main" id="{DEFE63B0-1DFE-4EC4-BBEE-53BD6248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981200"/>
            <a:ext cx="676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3" name="closing-shell-settings-label-2">
            <a:extLst xmlns:a="http://schemas.openxmlformats.org/drawingml/2006/main">
              <a:ext uri="{FF2B5EF4-FFF2-40B4-BE49-F238E27FC236}">
                <a16:creationId xmlns:a16="http://schemas.microsoft.com/office/drawing/2014/main" id="{89797A4B-2990-43A7-A38B-3DED7516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3431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NODE STYLE</a:t>
            </a:r>
          </a:p>
        </p:txBody>
      </p:sp>
      <p:sp>
        <p:nvSpPr>
          <p:cNvPr id="64" name="closing-shell-settings-line-2">
            <a:extLst xmlns:a="http://schemas.openxmlformats.org/drawingml/2006/main">
              <a:ext uri="{FF2B5EF4-FFF2-40B4-BE49-F238E27FC236}">
                <a16:creationId xmlns:a16="http://schemas.microsoft.com/office/drawing/2014/main" id="{CE1B5D2F-5028-4349-B790-E68F9147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552700"/>
            <a:ext cx="676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5" name="closing-shell-settings-pill-2">
            <a:extLst xmlns:a="http://schemas.openxmlformats.org/drawingml/2006/main">
              <a:ext uri="{FF2B5EF4-FFF2-40B4-BE49-F238E27FC236}">
                <a16:creationId xmlns:a16="http://schemas.microsoft.com/office/drawing/2014/main" id="{ECFD58B7-1CC5-4E74-B280-B4660078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667000"/>
            <a:ext cx="676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6" name="closing-shell-settings-label-3">
            <a:extLst xmlns:a="http://schemas.openxmlformats.org/drawingml/2006/main">
              <a:ext uri="{FF2B5EF4-FFF2-40B4-BE49-F238E27FC236}">
                <a16:creationId xmlns:a16="http://schemas.microsoft.com/office/drawing/2014/main" id="{B4618E22-1630-4011-B60E-C01F695D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28950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A756E"/>
                </a:solidFill>
                <a:latin typeface="Aptos Mono"/>
                <a:ea typeface="Aptos Mono"/>
                <a:cs typeface="Aptos Mono"/>
              </a:rPr>
              <a:t>ACTIONS</a:t>
            </a:r>
          </a:p>
        </p:txBody>
      </p:sp>
      <p:sp>
        <p:nvSpPr>
          <p:cNvPr id="67" name="closing-shell-settings-line-3">
            <a:extLst xmlns:a="http://schemas.openxmlformats.org/drawingml/2006/main">
              <a:ext uri="{FF2B5EF4-FFF2-40B4-BE49-F238E27FC236}">
                <a16:creationId xmlns:a16="http://schemas.microsoft.com/office/drawing/2014/main" id="{E03B3A02-2C50-48EF-B535-0B22D8EE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38500"/>
            <a:ext cx="676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8" name="closing-shell-settings-pill-3">
            <a:extLst xmlns:a="http://schemas.openxmlformats.org/drawingml/2006/main">
              <a:ext uri="{FF2B5EF4-FFF2-40B4-BE49-F238E27FC236}">
                <a16:creationId xmlns:a16="http://schemas.microsoft.com/office/drawing/2014/main" id="{456A4500-06F4-4DC1-ABA5-9ACA0288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52800"/>
            <a:ext cx="676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3922"/>
              </a:srgbClr>
            </a:solidFill>
            <a:prstDash val="solid"/>
          </a:ln>
        </p:spPr>
      </p:sp>
      <p:sp>
        <p:nvSpPr>
          <p:cNvPr id="69" name="closing-shell-canvas-info">
            <a:extLst xmlns:a="http://schemas.openxmlformats.org/drawingml/2006/main">
              <a:ext uri="{FF2B5EF4-FFF2-40B4-BE49-F238E27FC236}">
                <a16:creationId xmlns:a16="http://schemas.microsoft.com/office/drawing/2014/main" id="{0FB3A493-565C-4B0D-90A6-B9E57441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14850"/>
            <a:ext cx="114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4A4540"/>
                </a:solidFill>
                <a:latin typeface="Aptos Mono"/>
                <a:ea typeface="Aptos Mono"/>
                <a:cs typeface="Aptos Mono"/>
              </a:defRPr>
            </a:pPr>
            <a:r>
              <a:rPr sz="525" b="0">
                <a:solidFill>
                  <a:srgbClr val="4A4540"/>
                </a:solidFill>
                <a:latin typeface="Aptos Mono"/>
                <a:ea typeface="Aptos Mono"/>
                <a:cs typeface="Aptos Mono"/>
              </a:rPr>
              <a:t>Nodes 5   Edges 3</a:t>
            </a:r>
          </a:p>
        </p:txBody>
      </p:sp>
      <p:sp>
        <p:nvSpPr>
          <p:cNvPr id="70" name="closing-panel">
            <a:extLst xmlns:a="http://schemas.openxmlformats.org/drawingml/2006/main">
              <a:ext uri="{FF2B5EF4-FFF2-40B4-BE49-F238E27FC236}">
                <a16:creationId xmlns:a16="http://schemas.microsoft.com/office/drawing/2014/main" id="{1C17B905-61A5-41FD-82EF-96BDDB26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33950"/>
            <a:ext cx="3314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0E0E"/>
          </a:solidFill>
          <a:ln xmlns:a="http://schemas.openxmlformats.org/drawingml/2006/main" w="9525">
            <a:solidFill>
              <a:srgbClr val="C4A882">
                <a:alpha val="20000"/>
              </a:srgbClr>
            </a:solidFill>
            <a:prstDash val="solid"/>
          </a:ln>
        </p:spPr>
      </p:sp>
      <p:sp>
        <p:nvSpPr>
          <p:cNvPr id="71" name="closing-panel-text">
            <a:extLst xmlns:a="http://schemas.openxmlformats.org/drawingml/2006/main">
              <a:ext uri="{FF2B5EF4-FFF2-40B4-BE49-F238E27FC236}">
                <a16:creationId xmlns:a16="http://schemas.microsoft.com/office/drawing/2014/main" id="{9B7AD860-132F-4B52-9F7F-D7D442FF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289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8E4D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E4DF"/>
                </a:solidFill>
                <a:latin typeface="Aptos"/>
                <a:ea typeface="Aptos"/>
                <a:cs typeface="Aptos"/>
              </a:rPr>
              <a:t>Modern visuals + same clear flow = a stronger classroom presentation.</a:t>
            </a:r>
          </a:p>
        </p:txBody>
      </p:sp>
      <p:sp>
        <p:nvSpPr>
          <p:cNvPr id="72" name="footer">
            <a:extLst xmlns:a="http://schemas.openxmlformats.org/drawingml/2006/main">
              <a:ext uri="{FF2B5EF4-FFF2-40B4-BE49-F238E27FC236}">
                <a16:creationId xmlns:a16="http://schemas.microsoft.com/office/drawing/2014/main" id="{E13E5181-B580-4C0F-BF3C-D777F48C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A4540"/>
                </a:solidFill>
                <a:latin typeface="Aptos Mono"/>
                <a:ea typeface="Aptos Mono"/>
                <a:cs typeface="Aptos Mono"/>
              </a:rPr>
              <a:t>AI Based Diagram Maker  //  modern UI themed deck</a:t>
            </a:r>
          </a:p>
        </p:txBody>
      </p:sp>
    </p:spTree>
    <p:extLst>
      <p:ext uri="{BB962C8B-B14F-4D97-AF65-F5344CB8AC3E}">
        <p14:creationId xmlns:p14="http://schemas.microsoft.com/office/powerpoint/2010/main" val="2098652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2026-06-19T15:15:11.7980000Z</dcterms:created>
  <dcterms:modified xsi:type="dcterms:W3CDTF">2026-06-19T15:15:11.7980000Z</dcterms:modified>
</coreProperties>
</file>